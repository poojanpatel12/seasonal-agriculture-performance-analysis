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b="def" i="def"/>
      <a:tcStyle>
        <a:tcBdr/>
        <a:fill>
          <a:solidFill>
            <a:srgbClr val="E9F6FC"/>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EDF"/>
          </a:solidFill>
        </a:fill>
      </a:tcStyle>
    </a:wholeTbl>
    <a:band2H>
      <a:tcTxStyle b="def" i="def"/>
      <a:tcStyle>
        <a:tcBdr/>
        <a:fill>
          <a:solidFill>
            <a:srgbClr val="E8F6F0"/>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EECD"/>
          </a:solidFill>
        </a:fill>
      </a:tcStyle>
    </a:wholeTbl>
    <a:band2H>
      <a:tcTxStyle b="def" i="def"/>
      <a:tcStyle>
        <a:tcBdr/>
        <a:fill>
          <a:solidFill>
            <a:srgbClr val="EEF7E8"/>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Trebuchet MS"/>
          <a:ea typeface="Trebuchet MS"/>
          <a:cs typeface="Trebuchet M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Trebuchet MS"/>
          <a:ea typeface="Trebuchet MS"/>
          <a:cs typeface="Trebuchet M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4" name="Shape 244"/>
          <p:cNvSpPr/>
          <p:nvPr>
            <p:ph type="sldImg"/>
          </p:nvPr>
        </p:nvSpPr>
        <p:spPr>
          <a:xfrm>
            <a:off x="1143000" y="685800"/>
            <a:ext cx="4572000" cy="3429000"/>
          </a:xfrm>
          <a:prstGeom prst="rect">
            <a:avLst/>
          </a:prstGeom>
        </p:spPr>
        <p:txBody>
          <a:bodyPr/>
          <a:lstStyle/>
          <a:p>
            <a:pPr/>
          </a:p>
        </p:txBody>
      </p:sp>
      <p:sp>
        <p:nvSpPr>
          <p:cNvPr id="245" name="Shape 2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grpSp>
        <p:nvGrpSpPr>
          <p:cNvPr id="34" name="Group 15"/>
          <p:cNvGrpSpPr/>
          <p:nvPr/>
        </p:nvGrpSpPr>
        <p:grpSpPr>
          <a:xfrm>
            <a:off x="-1" y="-8467"/>
            <a:ext cx="12192001" cy="6866468"/>
            <a:chOff x="0" y="0"/>
            <a:chExt cx="12192000" cy="6866467"/>
          </a:xfrm>
        </p:grpSpPr>
        <p:sp>
          <p:nvSpPr>
            <p:cNvPr id="24" name="Freeform 14"/>
            <p:cNvSpPr/>
            <p:nvPr/>
          </p:nvSpPr>
          <p:spPr>
            <a:xfrm>
              <a:off x="-1" y="605"/>
              <a:ext cx="863601" cy="56980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2"/>
                  </a:moveTo>
                  <a:lnTo>
                    <a:pt x="21600" y="0"/>
                  </a:lnTo>
                  <a:lnTo>
                    <a:pt x="21600" y="64"/>
                  </a:lnTo>
                  <a:lnTo>
                    <a:pt x="0" y="21600"/>
                  </a:lnTo>
                  <a:lnTo>
                    <a:pt x="0" y="32"/>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pPr/>
            </a:p>
          </p:txBody>
        </p:sp>
        <p:sp>
          <p:nvSpPr>
            <p:cNvPr id="25" name="Straight Connector 18"/>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26" name="Straight Connector 19"/>
            <p:cNvSpPr/>
            <p:nvPr/>
          </p:nvSpPr>
          <p:spPr>
            <a:xfrm flipH="1">
              <a:off x="7425266" y="3689880"/>
              <a:ext cx="4763559" cy="3176587"/>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27" name="Rectangle 23"/>
            <p:cNvSpPr/>
            <p:nvPr/>
          </p:nvSpPr>
          <p:spPr>
            <a:xfrm>
              <a:off x="9181476" y="0"/>
              <a:ext cx="3007349"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pPr/>
            </a:p>
          </p:txBody>
        </p:sp>
        <p:sp>
          <p:nvSpPr>
            <p:cNvPr id="28" name="Rectangle 25"/>
            <p:cNvSpPr/>
            <p:nvPr/>
          </p:nvSpPr>
          <p:spPr>
            <a:xfrm>
              <a:off x="9603441" y="0"/>
              <a:ext cx="2588559"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pPr/>
            </a:p>
          </p:txBody>
        </p:sp>
        <p:sp>
          <p:nvSpPr>
            <p:cNvPr id="29" name="Isosceles Triangle 22"/>
            <p:cNvSpPr/>
            <p:nvPr/>
          </p:nvSpPr>
          <p:spPr>
            <a:xfrm>
              <a:off x="8932333" y="3056466"/>
              <a:ext cx="3259667" cy="381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30" name="Rectangle 27"/>
            <p:cNvSpPr/>
            <p:nvPr/>
          </p:nvSpPr>
          <p:spPr>
            <a:xfrm>
              <a:off x="9334500" y="0"/>
              <a:ext cx="2854326"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pPr/>
            </a:p>
          </p:txBody>
        </p:sp>
        <p:sp>
          <p:nvSpPr>
            <p:cNvPr id="31"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pPr/>
            </a:p>
          </p:txBody>
        </p:sp>
        <p:sp>
          <p:nvSpPr>
            <p:cNvPr id="32" name="Rectangle 29"/>
            <p:cNvSpPr/>
            <p:nvPr/>
          </p:nvSpPr>
          <p:spPr>
            <a:xfrm>
              <a:off x="10938998" y="0"/>
              <a:ext cx="1249826"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pPr/>
            </a:p>
          </p:txBody>
        </p:sp>
        <p:sp>
          <p:nvSpPr>
            <p:cNvPr id="33" name="Isosceles Triangle 26"/>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grpSp>
      <p:sp>
        <p:nvSpPr>
          <p:cNvPr id="35" name="Title Text"/>
          <p:cNvSpPr txBox="1"/>
          <p:nvPr>
            <p:ph type="title"/>
          </p:nvPr>
        </p:nvSpPr>
        <p:spPr>
          <a:xfrm>
            <a:off x="1507067" y="2404534"/>
            <a:ext cx="7766937" cy="1646303"/>
          </a:xfrm>
          <a:prstGeom prst="rect">
            <a:avLst/>
          </a:prstGeom>
        </p:spPr>
        <p:txBody>
          <a:bodyPr anchor="b"/>
          <a:lstStyle>
            <a:lvl1pPr algn="r">
              <a:defRPr sz="5400"/>
            </a:lvl1pPr>
          </a:lstStyle>
          <a:p>
            <a:pPr/>
            <a:r>
              <a:t>Title Text</a:t>
            </a:r>
          </a:p>
        </p:txBody>
      </p:sp>
      <p:sp>
        <p:nvSpPr>
          <p:cNvPr id="36" name="Body Level One…"/>
          <p:cNvSpPr txBox="1"/>
          <p:nvPr>
            <p:ph type="body" sz="quarter" idx="1"/>
          </p:nvPr>
        </p:nvSpPr>
        <p:spPr>
          <a:xfrm>
            <a:off x="1507067" y="4050832"/>
            <a:ext cx="7766937" cy="1096901"/>
          </a:xfrm>
          <a:prstGeom prst="rect">
            <a:avLst/>
          </a:prstGeom>
        </p:spPr>
        <p:txBody>
          <a:bodyPr/>
          <a:lstStyle>
            <a:lvl1pPr marL="0" indent="0" algn="r">
              <a:buClrTx/>
              <a:buSzTx/>
              <a:buNone/>
              <a:defRPr>
                <a:solidFill>
                  <a:srgbClr val="808080"/>
                </a:solidFill>
              </a:defRPr>
            </a:lvl1pPr>
            <a:lvl2pPr marL="0" indent="457200" algn="r">
              <a:buClrTx/>
              <a:buSzTx/>
              <a:buNone/>
              <a:defRPr>
                <a:solidFill>
                  <a:srgbClr val="808080"/>
                </a:solidFill>
              </a:defRPr>
            </a:lvl2pPr>
            <a:lvl3pPr marL="0" indent="914400" algn="r">
              <a:buClrTx/>
              <a:buSzTx/>
              <a:buNone/>
              <a:defRPr>
                <a:solidFill>
                  <a:srgbClr val="808080"/>
                </a:solidFill>
              </a:defRPr>
            </a:lvl3pPr>
            <a:lvl4pPr marL="0" indent="1371600" algn="r">
              <a:buClrTx/>
              <a:buSzTx/>
              <a:buNone/>
              <a:defRPr>
                <a:solidFill>
                  <a:srgbClr val="808080"/>
                </a:solidFill>
              </a:defRPr>
            </a:lvl4pPr>
            <a:lvl5pPr marL="0" indent="1828800" algn="r">
              <a:buClrTx/>
              <a:buSzTx/>
              <a:buNone/>
              <a:defRPr>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xfrm>
            <a:off x="9049981" y="6114704"/>
            <a:ext cx="224022" cy="218441"/>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44" name="Slide Number"/>
          <p:cNvSpPr txBox="1"/>
          <p:nvPr>
            <p:ph type="sldNum" sz="quarter" idx="2"/>
          </p:nvPr>
        </p:nvSpPr>
        <p:spPr>
          <a:prstGeom prst="rect">
            <a:avLst/>
          </a:prstGeom>
        </p:spPr>
        <p:txBody>
          <a:bodyPr/>
          <a:lstStyle/>
          <a:p>
            <a:pPr/>
            <a:fld id="{86CB4B4D-7CA3-9044-876B-883B54F8677D}" type="slidenum"/>
          </a:p>
        </p:txBody>
      </p:sp>
      <p:sp>
        <p:nvSpPr>
          <p:cNvPr id="45" name="Title Text"/>
          <p:cNvSpPr txBox="1"/>
          <p:nvPr>
            <p:ph type="title"/>
          </p:nvPr>
        </p:nvSpPr>
        <p:spPr>
          <a:xfrm>
            <a:off x="677333" y="609600"/>
            <a:ext cx="8596670" cy="1320800"/>
          </a:xfrm>
          <a:prstGeom prst="rect">
            <a:avLst/>
          </a:prstGeom>
        </p:spPr>
        <p:txBody>
          <a:bodyPr/>
          <a:lstStyle/>
          <a:p>
            <a:pPr/>
            <a:r>
              <a:t>Title Text</a:t>
            </a:r>
          </a:p>
        </p:txBody>
      </p:sp>
      <p:sp>
        <p:nvSpPr>
          <p:cNvPr id="46" name="Body Level One…"/>
          <p:cNvSpPr txBox="1"/>
          <p:nvPr>
            <p:ph type="body" sz="half" idx="1"/>
          </p:nvPr>
        </p:nvSpPr>
        <p:spPr>
          <a:xfrm>
            <a:off x="677333" y="2160589"/>
            <a:ext cx="8596670"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53" name="Slide Number"/>
          <p:cNvSpPr txBox="1"/>
          <p:nvPr>
            <p:ph type="sldNum" sz="quarter" idx="2"/>
          </p:nvPr>
        </p:nvSpPr>
        <p:spPr>
          <a:prstGeom prst="rect">
            <a:avLst/>
          </a:prstGeom>
        </p:spPr>
        <p:txBody>
          <a:bodyPr/>
          <a:lstStyle/>
          <a:p>
            <a:pPr/>
            <a:fld id="{86CB4B4D-7CA3-9044-876B-883B54F8677D}" type="slidenum"/>
          </a:p>
        </p:txBody>
      </p:sp>
      <p:sp>
        <p:nvSpPr>
          <p:cNvPr id="54" name="Title Text"/>
          <p:cNvSpPr txBox="1"/>
          <p:nvPr>
            <p:ph type="title"/>
          </p:nvPr>
        </p:nvSpPr>
        <p:spPr>
          <a:xfrm>
            <a:off x="677335" y="2700866"/>
            <a:ext cx="8596669" cy="1826582"/>
          </a:xfrm>
          <a:prstGeom prst="rect">
            <a:avLst/>
          </a:prstGeom>
        </p:spPr>
        <p:txBody>
          <a:bodyPr anchor="b"/>
          <a:lstStyle>
            <a:lvl1pPr>
              <a:defRPr sz="4000"/>
            </a:lvl1pPr>
          </a:lstStyle>
          <a:p>
            <a:pPr/>
            <a:r>
              <a:t>Title Text</a:t>
            </a:r>
          </a:p>
        </p:txBody>
      </p:sp>
      <p:sp>
        <p:nvSpPr>
          <p:cNvPr id="55" name="Body Level One…"/>
          <p:cNvSpPr txBox="1"/>
          <p:nvPr>
            <p:ph type="body" sz="quarter" idx="1"/>
          </p:nvPr>
        </p:nvSpPr>
        <p:spPr>
          <a:xfrm>
            <a:off x="677335" y="4527448"/>
            <a:ext cx="8596669" cy="860401"/>
          </a:xfrm>
          <a:prstGeom prst="rect">
            <a:avLst/>
          </a:prstGeom>
        </p:spPr>
        <p:txBody>
          <a:bodyPr/>
          <a:lstStyle>
            <a:lvl1pPr marL="0" indent="0">
              <a:buClrTx/>
              <a:buSzTx/>
              <a:buNone/>
              <a:defRPr sz="2000">
                <a:solidFill>
                  <a:srgbClr val="808080"/>
                </a:solidFill>
              </a:defRPr>
            </a:lvl1pPr>
            <a:lvl2pPr marL="0" indent="457200">
              <a:buClrTx/>
              <a:buSzTx/>
              <a:buNone/>
              <a:defRPr sz="2000">
                <a:solidFill>
                  <a:srgbClr val="808080"/>
                </a:solidFill>
              </a:defRPr>
            </a:lvl2pPr>
            <a:lvl3pPr marL="0" indent="914400">
              <a:buClrTx/>
              <a:buSzTx/>
              <a:buNone/>
              <a:defRPr sz="2000">
                <a:solidFill>
                  <a:srgbClr val="808080"/>
                </a:solidFill>
              </a:defRPr>
            </a:lvl3pPr>
            <a:lvl4pPr marL="0" indent="1371600">
              <a:buClrTx/>
              <a:buSzTx/>
              <a:buNone/>
              <a:defRPr sz="2000">
                <a:solidFill>
                  <a:srgbClr val="808080"/>
                </a:solidFill>
              </a:defRPr>
            </a:lvl4pPr>
            <a:lvl5pPr marL="0" indent="1828800">
              <a:buClrTx/>
              <a:buSzTx/>
              <a:buNone/>
              <a:defRPr sz="20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62" name="Slide Number"/>
          <p:cNvSpPr txBox="1"/>
          <p:nvPr>
            <p:ph type="sldNum" sz="quarter" idx="2"/>
          </p:nvPr>
        </p:nvSpPr>
        <p:spPr>
          <a:prstGeom prst="rect">
            <a:avLst/>
          </a:prstGeom>
        </p:spPr>
        <p:txBody>
          <a:bodyPr/>
          <a:lstStyle/>
          <a:p>
            <a:pPr/>
            <a:fld id="{86CB4B4D-7CA3-9044-876B-883B54F8677D}" type="slidenum"/>
          </a:p>
        </p:txBody>
      </p:sp>
      <p:sp>
        <p:nvSpPr>
          <p:cNvPr id="63" name="Title Text"/>
          <p:cNvSpPr txBox="1"/>
          <p:nvPr>
            <p:ph type="title"/>
          </p:nvPr>
        </p:nvSpPr>
        <p:spPr>
          <a:xfrm>
            <a:off x="677333" y="609600"/>
            <a:ext cx="8596670" cy="1320800"/>
          </a:xfrm>
          <a:prstGeom prst="rect">
            <a:avLst/>
          </a:prstGeom>
        </p:spPr>
        <p:txBody>
          <a:bodyPr/>
          <a:lstStyle/>
          <a:p>
            <a:pPr/>
            <a:r>
              <a:t>Title Text</a:t>
            </a:r>
          </a:p>
        </p:txBody>
      </p:sp>
      <p:sp>
        <p:nvSpPr>
          <p:cNvPr id="64" name="Body Level One…"/>
          <p:cNvSpPr txBox="1"/>
          <p:nvPr>
            <p:ph type="body" sz="quarter" idx="1"/>
          </p:nvPr>
        </p:nvSpPr>
        <p:spPr>
          <a:xfrm>
            <a:off x="677333" y="2160589"/>
            <a:ext cx="4184036"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71" name="Slide Number"/>
          <p:cNvSpPr txBox="1"/>
          <p:nvPr>
            <p:ph type="sldNum" sz="quarter" idx="2"/>
          </p:nvPr>
        </p:nvSpPr>
        <p:spPr>
          <a:prstGeom prst="rect">
            <a:avLst/>
          </a:prstGeom>
        </p:spPr>
        <p:txBody>
          <a:bodyPr/>
          <a:lstStyle/>
          <a:p>
            <a:pPr/>
            <a:fld id="{86CB4B4D-7CA3-9044-876B-883B54F8677D}" type="slidenum"/>
          </a:p>
        </p:txBody>
      </p:sp>
      <p:sp>
        <p:nvSpPr>
          <p:cNvPr id="72" name="Title Text"/>
          <p:cNvSpPr txBox="1"/>
          <p:nvPr>
            <p:ph type="title"/>
          </p:nvPr>
        </p:nvSpPr>
        <p:spPr>
          <a:xfrm>
            <a:off x="677333" y="609600"/>
            <a:ext cx="8596670" cy="1320800"/>
          </a:xfrm>
          <a:prstGeom prst="rect">
            <a:avLst/>
          </a:prstGeom>
        </p:spPr>
        <p:txBody>
          <a:bodyPr/>
          <a:lstStyle/>
          <a:p>
            <a:pPr/>
            <a:r>
              <a:t>Title Text</a:t>
            </a:r>
          </a:p>
        </p:txBody>
      </p:sp>
      <p:sp>
        <p:nvSpPr>
          <p:cNvPr id="73" name="Body Level One…"/>
          <p:cNvSpPr txBox="1"/>
          <p:nvPr>
            <p:ph type="body" sz="quarter" idx="1"/>
          </p:nvPr>
        </p:nvSpPr>
        <p:spPr>
          <a:xfrm>
            <a:off x="675744" y="2160983"/>
            <a:ext cx="4185624" cy="576263"/>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4"/>
          <p:cNvSpPr/>
          <p:nvPr>
            <p:ph type="body" sz="quarter" idx="21"/>
          </p:nvPr>
        </p:nvSpPr>
        <p:spPr>
          <a:xfrm>
            <a:off x="5088382" y="2160983"/>
            <a:ext cx="4185619" cy="576263"/>
          </a:xfrm>
          <a:prstGeom prst="rect">
            <a:avLst/>
          </a:prstGeom>
        </p:spPr>
        <p:txBody>
          <a:bodyPr anchor="b"/>
          <a:lstStyle/>
          <a:p>
            <a:pPr marL="0" indent="0">
              <a:buClrTx/>
              <a:buSzTx/>
              <a:buNone/>
              <a:defRPr sz="2400"/>
            </a:pPr>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81" name="Slide Number"/>
          <p:cNvSpPr txBox="1"/>
          <p:nvPr>
            <p:ph type="sldNum" sz="quarter" idx="2"/>
          </p:nvPr>
        </p:nvSpPr>
        <p:spPr>
          <a:prstGeom prst="rect">
            <a:avLst/>
          </a:prstGeom>
        </p:spPr>
        <p:txBody>
          <a:bodyPr/>
          <a:lstStyle/>
          <a:p>
            <a:pPr/>
            <a:fld id="{86CB4B4D-7CA3-9044-876B-883B54F8677D}" type="slidenum"/>
          </a:p>
        </p:txBody>
      </p:sp>
      <p:sp>
        <p:nvSpPr>
          <p:cNvPr id="82" name="Title Text"/>
          <p:cNvSpPr txBox="1"/>
          <p:nvPr>
            <p:ph type="title"/>
          </p:nvPr>
        </p:nvSpPr>
        <p:spPr>
          <a:xfrm>
            <a:off x="677333" y="609600"/>
            <a:ext cx="8596670" cy="1320800"/>
          </a:xfrm>
          <a:prstGeom prst="rect">
            <a:avLst/>
          </a:prstGeom>
        </p:spPr>
        <p:txBody>
          <a:bodyPr/>
          <a:lstStyle/>
          <a:p>
            <a:pPr/>
            <a:r>
              <a:t>Title Text</a:t>
            </a:r>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96" name="Slide Number"/>
          <p:cNvSpPr txBox="1"/>
          <p:nvPr>
            <p:ph type="sldNum" sz="quarter" idx="2"/>
          </p:nvPr>
        </p:nvSpPr>
        <p:spPr>
          <a:prstGeom prst="rect">
            <a:avLst/>
          </a:prstGeom>
        </p:spPr>
        <p:txBody>
          <a:bodyPr/>
          <a:lstStyle/>
          <a:p>
            <a:pPr/>
            <a:fld id="{86CB4B4D-7CA3-9044-876B-883B54F8677D}" type="slidenum"/>
          </a:p>
        </p:txBody>
      </p:sp>
      <p:sp>
        <p:nvSpPr>
          <p:cNvPr id="97" name="Title Text"/>
          <p:cNvSpPr txBox="1"/>
          <p:nvPr>
            <p:ph type="title"/>
          </p:nvPr>
        </p:nvSpPr>
        <p:spPr>
          <a:xfrm>
            <a:off x="677333" y="1498603"/>
            <a:ext cx="3854529" cy="1278467"/>
          </a:xfrm>
          <a:prstGeom prst="rect">
            <a:avLst/>
          </a:prstGeom>
        </p:spPr>
        <p:txBody>
          <a:bodyPr anchor="b"/>
          <a:lstStyle>
            <a:lvl1pPr>
              <a:defRPr sz="2000"/>
            </a:lvl1pPr>
          </a:lstStyle>
          <a:p>
            <a:pPr/>
            <a:r>
              <a:t>Title Text</a:t>
            </a:r>
          </a:p>
        </p:txBody>
      </p:sp>
      <p:sp>
        <p:nvSpPr>
          <p:cNvPr id="98" name="Body Level One…"/>
          <p:cNvSpPr txBox="1"/>
          <p:nvPr>
            <p:ph type="body" sz="half" idx="1"/>
          </p:nvPr>
        </p:nvSpPr>
        <p:spPr>
          <a:xfrm>
            <a:off x="4760460" y="514923"/>
            <a:ext cx="4513543" cy="552643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9" name="Text Placeholder 3"/>
          <p:cNvSpPr/>
          <p:nvPr>
            <p:ph type="body" sz="quarter" idx="21"/>
          </p:nvPr>
        </p:nvSpPr>
        <p:spPr>
          <a:xfrm>
            <a:off x="677334" y="2777069"/>
            <a:ext cx="3854528" cy="2584450"/>
          </a:xfrm>
          <a:prstGeom prst="rect">
            <a:avLst/>
          </a:prstGeom>
        </p:spPr>
        <p:txBody>
          <a:bodyPr/>
          <a:lstStyle/>
          <a:p>
            <a:pPr marL="0" indent="0">
              <a:buClrTx/>
              <a:buSzTx/>
              <a:buNone/>
              <a:defRPr sz="1400"/>
            </a:pP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106" name="Slide Number"/>
          <p:cNvSpPr txBox="1"/>
          <p:nvPr>
            <p:ph type="sldNum" sz="quarter" idx="2"/>
          </p:nvPr>
        </p:nvSpPr>
        <p:spPr>
          <a:prstGeom prst="rect">
            <a:avLst/>
          </a:prstGeom>
        </p:spPr>
        <p:txBody>
          <a:bodyPr/>
          <a:lstStyle/>
          <a:p>
            <a:pPr/>
            <a:fld id="{86CB4B4D-7CA3-9044-876B-883B54F8677D}" type="slidenum"/>
          </a:p>
        </p:txBody>
      </p:sp>
      <p:sp>
        <p:nvSpPr>
          <p:cNvPr id="107" name="Title Text"/>
          <p:cNvSpPr txBox="1"/>
          <p:nvPr>
            <p:ph type="title"/>
          </p:nvPr>
        </p:nvSpPr>
        <p:spPr>
          <a:xfrm>
            <a:off x="677333" y="4800600"/>
            <a:ext cx="8596668" cy="566738"/>
          </a:xfrm>
          <a:prstGeom prst="rect">
            <a:avLst/>
          </a:prstGeom>
        </p:spPr>
        <p:txBody>
          <a:bodyPr anchor="b"/>
          <a:lstStyle>
            <a:lvl1pPr>
              <a:defRPr sz="2400"/>
            </a:lvl1pPr>
          </a:lstStyle>
          <a:p>
            <a:pPr/>
            <a:r>
              <a:t>Title Text</a:t>
            </a:r>
          </a:p>
        </p:txBody>
      </p:sp>
      <p:sp>
        <p:nvSpPr>
          <p:cNvPr id="108" name="Picture Placeholder 2"/>
          <p:cNvSpPr/>
          <p:nvPr>
            <p:ph type="pic" sz="half" idx="21"/>
          </p:nvPr>
        </p:nvSpPr>
        <p:spPr>
          <a:xfrm>
            <a:off x="677333" y="609600"/>
            <a:ext cx="8596670" cy="3845718"/>
          </a:xfrm>
          <a:prstGeom prst="rect">
            <a:avLst/>
          </a:prstGeom>
        </p:spPr>
        <p:txBody>
          <a:bodyPr lIns="91439" rIns="91439">
            <a:noAutofit/>
          </a:bodyPr>
          <a:lstStyle/>
          <a:p>
            <a:pPr/>
          </a:p>
        </p:txBody>
      </p:sp>
      <p:sp>
        <p:nvSpPr>
          <p:cNvPr id="109" name="Body Level One…"/>
          <p:cNvSpPr txBox="1"/>
          <p:nvPr>
            <p:ph type="body" sz="quarter" idx="1"/>
          </p:nvPr>
        </p:nvSpPr>
        <p:spPr>
          <a:xfrm>
            <a:off x="677333" y="5367337"/>
            <a:ext cx="8596668" cy="674025"/>
          </a:xfrm>
          <a:prstGeom prst="rect">
            <a:avLst/>
          </a:prstGeom>
        </p:spPr>
        <p:txBody>
          <a:bodyPr/>
          <a:lstStyle>
            <a:lvl1pPr marL="0" indent="0">
              <a:buClrTx/>
              <a:buSzTx/>
              <a:buNone/>
              <a:defRPr sz="1200"/>
            </a:lvl1pPr>
            <a:lvl2pPr marL="0" indent="457200">
              <a:buClrTx/>
              <a:buSzTx/>
              <a:buNone/>
              <a:defRPr sz="1200"/>
            </a:lvl2pPr>
            <a:lvl3pPr marL="0" indent="914400">
              <a:buClrTx/>
              <a:buSzTx/>
              <a:buNone/>
              <a:defRPr sz="1200"/>
            </a:lvl3pPr>
            <a:lvl4pPr marL="0" indent="1371600">
              <a:buClrTx/>
              <a:buSzTx/>
              <a:buNone/>
              <a:defRPr sz="1200"/>
            </a:lvl4pPr>
            <a:lvl5pPr marL="0" indent="1828800">
              <a:buClrTx/>
              <a:buSzTx/>
              <a:buNone/>
              <a:defRPr sz="1200"/>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aption">
    <p:spTree>
      <p:nvGrpSpPr>
        <p:cNvPr id="1" name=""/>
        <p:cNvGrpSpPr/>
        <p:nvPr/>
      </p:nvGrpSpPr>
      <p:grpSpPr>
        <a:xfrm>
          <a:off x="0" y="0"/>
          <a:ext cx="0" cy="0"/>
          <a:chOff x="0" y="0"/>
          <a:chExt cx="0" cy="0"/>
        </a:xfrm>
      </p:grpSpPr>
      <p:sp>
        <p:nvSpPr>
          <p:cNvPr id="116" name="Slide Number"/>
          <p:cNvSpPr txBox="1"/>
          <p:nvPr>
            <p:ph type="sldNum" sz="quarter" idx="2"/>
          </p:nvPr>
        </p:nvSpPr>
        <p:spPr>
          <a:prstGeom prst="rect">
            <a:avLst/>
          </a:prstGeom>
        </p:spPr>
        <p:txBody>
          <a:bodyPr/>
          <a:lstStyle/>
          <a:p>
            <a:pPr/>
            <a:fld id="{86CB4B4D-7CA3-9044-876B-883B54F8677D}" type="slidenum"/>
          </a:p>
        </p:txBody>
      </p:sp>
      <p:sp>
        <p:nvSpPr>
          <p:cNvPr id="117" name="Title Text"/>
          <p:cNvSpPr txBox="1"/>
          <p:nvPr>
            <p:ph type="title"/>
          </p:nvPr>
        </p:nvSpPr>
        <p:spPr>
          <a:xfrm>
            <a:off x="677335" y="609600"/>
            <a:ext cx="8596669" cy="3403600"/>
          </a:xfrm>
          <a:prstGeom prst="rect">
            <a:avLst/>
          </a:prstGeom>
        </p:spPr>
        <p:txBody>
          <a:bodyPr anchor="ctr"/>
          <a:lstStyle>
            <a:lvl1pPr>
              <a:defRPr sz="4400"/>
            </a:lvl1pPr>
          </a:lstStyle>
          <a:p>
            <a:pPr/>
            <a:r>
              <a:t>Title Text</a:t>
            </a:r>
          </a:p>
        </p:txBody>
      </p:sp>
      <p:sp>
        <p:nvSpPr>
          <p:cNvPr id="118" name="Body Level One…"/>
          <p:cNvSpPr txBox="1"/>
          <p:nvPr>
            <p:ph type="body" sz="quarter" idx="1"/>
          </p:nvPr>
        </p:nvSpPr>
        <p:spPr>
          <a:xfrm>
            <a:off x="677335" y="4470400"/>
            <a:ext cx="8596669" cy="1570962"/>
          </a:xfrm>
          <a:prstGeom prst="rect">
            <a:avLst/>
          </a:prstGeom>
        </p:spPr>
        <p:txBody>
          <a:bodyPr anchor="ct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with Caption">
    <p:spTree>
      <p:nvGrpSpPr>
        <p:cNvPr id="1" name=""/>
        <p:cNvGrpSpPr/>
        <p:nvPr/>
      </p:nvGrpSpPr>
      <p:grpSpPr>
        <a:xfrm>
          <a:off x="0" y="0"/>
          <a:ext cx="0" cy="0"/>
          <a:chOff x="0" y="0"/>
          <a:chExt cx="0" cy="0"/>
        </a:xfrm>
      </p:grpSpPr>
      <p:sp>
        <p:nvSpPr>
          <p:cNvPr id="125" name="Slide Number"/>
          <p:cNvSpPr txBox="1"/>
          <p:nvPr>
            <p:ph type="sldNum" sz="quarter" idx="2"/>
          </p:nvPr>
        </p:nvSpPr>
        <p:spPr>
          <a:prstGeom prst="rect">
            <a:avLst/>
          </a:prstGeom>
        </p:spPr>
        <p:txBody>
          <a:bodyPr/>
          <a:lstStyle/>
          <a:p>
            <a:pPr/>
            <a:fld id="{86CB4B4D-7CA3-9044-876B-883B54F8677D}" type="slidenum"/>
          </a:p>
        </p:txBody>
      </p:sp>
      <p:sp>
        <p:nvSpPr>
          <p:cNvPr id="126"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27" name="Body Level One…"/>
          <p:cNvSpPr txBox="1"/>
          <p:nvPr>
            <p:ph type="body" sz="quarter" idx="1"/>
          </p:nvPr>
        </p:nvSpPr>
        <p:spPr>
          <a:xfrm>
            <a:off x="1366138" y="3632200"/>
            <a:ext cx="7224526" cy="381000"/>
          </a:xfrm>
          <a:prstGeom prst="rect">
            <a:avLst/>
          </a:prstGeom>
        </p:spPr>
        <p:txBody>
          <a:bodyPr anchor="ctr"/>
          <a:lstStyle>
            <a:lvl1pPr marL="0" indent="0">
              <a:buClrTx/>
              <a:buSzTx/>
              <a:buNone/>
              <a:defRPr sz="1600">
                <a:solidFill>
                  <a:srgbClr val="808080"/>
                </a:solidFill>
              </a:defRPr>
            </a:lvl1pPr>
            <a:lvl2pPr marL="0" indent="457200">
              <a:buClrTx/>
              <a:buSzTx/>
              <a:buNone/>
              <a:defRPr sz="1600">
                <a:solidFill>
                  <a:srgbClr val="808080"/>
                </a:solidFill>
              </a:defRPr>
            </a:lvl2pPr>
            <a:lvl3pPr marL="0" indent="914400">
              <a:buClrTx/>
              <a:buSzTx/>
              <a:buNone/>
              <a:defRPr sz="1600">
                <a:solidFill>
                  <a:srgbClr val="808080"/>
                </a:solidFill>
              </a:defRPr>
            </a:lvl3pPr>
            <a:lvl4pPr marL="0" indent="1371600">
              <a:buClrTx/>
              <a:buSzTx/>
              <a:buNone/>
              <a:defRPr sz="1600">
                <a:solidFill>
                  <a:srgbClr val="808080"/>
                </a:solidFill>
              </a:defRPr>
            </a:lvl4pPr>
            <a:lvl5pPr marL="0" indent="1828800">
              <a:buClrTx/>
              <a:buSzTx/>
              <a:buNone/>
              <a:defRPr sz="16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128" name="Text Placeholder 2"/>
          <p:cNvSpPr/>
          <p:nvPr>
            <p:ph type="body" sz="quarter" idx="21"/>
          </p:nvPr>
        </p:nvSpPr>
        <p:spPr>
          <a:xfrm>
            <a:off x="677334" y="4470400"/>
            <a:ext cx="8596670" cy="1570963"/>
          </a:xfrm>
          <a:prstGeom prst="rect">
            <a:avLst/>
          </a:prstGeom>
        </p:spPr>
        <p:txBody>
          <a:bodyPr anchor="ctr"/>
          <a:lstStyle/>
          <a:p>
            <a:pPr marL="0" indent="0">
              <a:buClrTx/>
              <a:buSzTx/>
              <a:buNone/>
            </a:pPr>
          </a:p>
        </p:txBody>
      </p:sp>
      <p:sp>
        <p:nvSpPr>
          <p:cNvPr id="129" name="TextBox 23"/>
          <p:cNvSpPr txBox="1"/>
          <p:nvPr/>
        </p:nvSpPr>
        <p:spPr>
          <a:xfrm>
            <a:off x="587589" y="469465"/>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
        <p:nvSpPr>
          <p:cNvPr id="130" name="TextBox 24"/>
          <p:cNvSpPr txBox="1"/>
          <p:nvPr/>
        </p:nvSpPr>
        <p:spPr>
          <a:xfrm>
            <a:off x="8938730" y="256564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ame Card">
    <p:spTree>
      <p:nvGrpSpPr>
        <p:cNvPr id="1" name=""/>
        <p:cNvGrpSpPr/>
        <p:nvPr/>
      </p:nvGrpSpPr>
      <p:grpSpPr>
        <a:xfrm>
          <a:off x="0" y="0"/>
          <a:ext cx="0" cy="0"/>
          <a:chOff x="0" y="0"/>
          <a:chExt cx="0" cy="0"/>
        </a:xfrm>
      </p:grpSpPr>
      <p:sp>
        <p:nvSpPr>
          <p:cNvPr id="137" name="Slide Number"/>
          <p:cNvSpPr txBox="1"/>
          <p:nvPr>
            <p:ph type="sldNum" sz="quarter" idx="2"/>
          </p:nvPr>
        </p:nvSpPr>
        <p:spPr>
          <a:prstGeom prst="rect">
            <a:avLst/>
          </a:prstGeom>
        </p:spPr>
        <p:txBody>
          <a:bodyPr/>
          <a:lstStyle/>
          <a:p>
            <a:pPr/>
            <a:fld id="{86CB4B4D-7CA3-9044-876B-883B54F8677D}" type="slidenum"/>
          </a:p>
        </p:txBody>
      </p:sp>
      <p:sp>
        <p:nvSpPr>
          <p:cNvPr id="138" name="Title Text"/>
          <p:cNvSpPr txBox="1"/>
          <p:nvPr>
            <p:ph type="title"/>
          </p:nvPr>
        </p:nvSpPr>
        <p:spPr>
          <a:xfrm>
            <a:off x="677335" y="1931988"/>
            <a:ext cx="8596669" cy="2595461"/>
          </a:xfrm>
          <a:prstGeom prst="rect">
            <a:avLst/>
          </a:prstGeom>
        </p:spPr>
        <p:txBody>
          <a:bodyPr anchor="b"/>
          <a:lstStyle>
            <a:lvl1pPr>
              <a:defRPr sz="4400"/>
            </a:lvl1pPr>
          </a:lstStyle>
          <a:p>
            <a:pPr/>
            <a:r>
              <a:t>Title Text</a:t>
            </a:r>
          </a:p>
        </p:txBody>
      </p:sp>
      <p:sp>
        <p:nvSpPr>
          <p:cNvPr id="139" name="Body Level One…"/>
          <p:cNvSpPr txBox="1"/>
          <p:nvPr>
            <p:ph type="body" sz="quarter" idx="1"/>
          </p:nvPr>
        </p:nvSpPr>
        <p:spPr>
          <a:xfrm>
            <a:off x="677335" y="4527448"/>
            <a:ext cx="8596669" cy="1513915"/>
          </a:xfrm>
          <a:prstGeom prst="rect">
            <a:avLst/>
          </a:prstGeom>
        </p:spPr>
        <p:txBody>
          <a:bodyP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Name Card">
    <p:spTree>
      <p:nvGrpSpPr>
        <p:cNvPr id="1" name=""/>
        <p:cNvGrpSpPr/>
        <p:nvPr/>
      </p:nvGrpSpPr>
      <p:grpSpPr>
        <a:xfrm>
          <a:off x="0" y="0"/>
          <a:ext cx="0" cy="0"/>
          <a:chOff x="0" y="0"/>
          <a:chExt cx="0" cy="0"/>
        </a:xfrm>
      </p:grpSpPr>
      <p:sp>
        <p:nvSpPr>
          <p:cNvPr id="146" name="Slide Number"/>
          <p:cNvSpPr txBox="1"/>
          <p:nvPr>
            <p:ph type="sldNum" sz="quarter" idx="2"/>
          </p:nvPr>
        </p:nvSpPr>
        <p:spPr>
          <a:prstGeom prst="rect">
            <a:avLst/>
          </a:prstGeom>
        </p:spPr>
        <p:txBody>
          <a:bodyPr/>
          <a:lstStyle/>
          <a:p>
            <a:pPr/>
            <a:fld id="{86CB4B4D-7CA3-9044-876B-883B54F8677D}" type="slidenum"/>
          </a:p>
        </p:txBody>
      </p:sp>
      <p:sp>
        <p:nvSpPr>
          <p:cNvPr id="147"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48" name="Body Level One…"/>
          <p:cNvSpPr txBox="1"/>
          <p:nvPr>
            <p:ph type="body" sz="quarter" idx="1"/>
          </p:nvPr>
        </p:nvSpPr>
        <p:spPr>
          <a:xfrm>
            <a:off x="677332" y="4013200"/>
            <a:ext cx="8596670" cy="514249"/>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9" name="Text Placeholder 2"/>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p>
        </p:txBody>
      </p:sp>
      <p:sp>
        <p:nvSpPr>
          <p:cNvPr id="150" name="TextBox 23"/>
          <p:cNvSpPr txBox="1"/>
          <p:nvPr/>
        </p:nvSpPr>
        <p:spPr>
          <a:xfrm>
            <a:off x="587589" y="469465"/>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
        <p:nvSpPr>
          <p:cNvPr id="151" name="TextBox 24"/>
          <p:cNvSpPr txBox="1"/>
          <p:nvPr/>
        </p:nvSpPr>
        <p:spPr>
          <a:xfrm>
            <a:off x="8938730" y="256564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rue or False">
    <p:spTree>
      <p:nvGrpSpPr>
        <p:cNvPr id="1" name=""/>
        <p:cNvGrpSpPr/>
        <p:nvPr/>
      </p:nvGrpSpPr>
      <p:grpSpPr>
        <a:xfrm>
          <a:off x="0" y="0"/>
          <a:ext cx="0" cy="0"/>
          <a:chOff x="0" y="0"/>
          <a:chExt cx="0" cy="0"/>
        </a:xfrm>
      </p:grpSpPr>
      <p:sp>
        <p:nvSpPr>
          <p:cNvPr id="158" name="Slide Number"/>
          <p:cNvSpPr txBox="1"/>
          <p:nvPr>
            <p:ph type="sldNum" sz="quarter" idx="2"/>
          </p:nvPr>
        </p:nvSpPr>
        <p:spPr>
          <a:prstGeom prst="rect">
            <a:avLst/>
          </a:prstGeom>
        </p:spPr>
        <p:txBody>
          <a:bodyPr/>
          <a:lstStyle/>
          <a:p>
            <a:pPr/>
            <a:fld id="{86CB4B4D-7CA3-9044-876B-883B54F8677D}" type="slidenum"/>
          </a:p>
        </p:txBody>
      </p:sp>
      <p:sp>
        <p:nvSpPr>
          <p:cNvPr id="159" name="Title Text"/>
          <p:cNvSpPr txBox="1"/>
          <p:nvPr>
            <p:ph type="title"/>
          </p:nvPr>
        </p:nvSpPr>
        <p:spPr>
          <a:xfrm>
            <a:off x="685798" y="609600"/>
            <a:ext cx="8588204" cy="3022600"/>
          </a:xfrm>
          <a:prstGeom prst="rect">
            <a:avLst/>
          </a:prstGeom>
        </p:spPr>
        <p:txBody>
          <a:bodyPr anchor="ctr"/>
          <a:lstStyle>
            <a:lvl1pPr>
              <a:defRPr sz="4400"/>
            </a:lvl1pPr>
          </a:lstStyle>
          <a:p>
            <a:pPr/>
            <a:r>
              <a:t>Title Text</a:t>
            </a:r>
          </a:p>
        </p:txBody>
      </p:sp>
      <p:sp>
        <p:nvSpPr>
          <p:cNvPr id="160" name="Body Level One…"/>
          <p:cNvSpPr txBox="1"/>
          <p:nvPr>
            <p:ph type="body" sz="quarter" idx="1"/>
          </p:nvPr>
        </p:nvSpPr>
        <p:spPr>
          <a:xfrm>
            <a:off x="677332" y="4013200"/>
            <a:ext cx="8596670" cy="514249"/>
          </a:xfrm>
          <a:prstGeom prst="rect">
            <a:avLst/>
          </a:prstGeom>
        </p:spPr>
        <p:txBody>
          <a:bodyPr anchor="b"/>
          <a:lstStyle>
            <a:lvl1pPr marL="0" indent="0">
              <a:buClrTx/>
              <a:buSzTx/>
              <a:buNone/>
              <a:defRPr sz="2400">
                <a:solidFill>
                  <a:schemeClr val="accent1"/>
                </a:solidFill>
              </a:defRPr>
            </a:lvl1pPr>
            <a:lvl2pPr marL="0" indent="457200">
              <a:buClrTx/>
              <a:buSzTx/>
              <a:buNone/>
              <a:defRPr sz="2400">
                <a:solidFill>
                  <a:schemeClr val="accent1"/>
                </a:solidFill>
              </a:defRPr>
            </a:lvl2pPr>
            <a:lvl3pPr marL="0" indent="914400">
              <a:buClrTx/>
              <a:buSzTx/>
              <a:buNone/>
              <a:defRPr sz="2400">
                <a:solidFill>
                  <a:schemeClr val="accent1"/>
                </a:solidFill>
              </a:defRPr>
            </a:lvl3pPr>
            <a:lvl4pPr marL="0" indent="1371600">
              <a:buClrTx/>
              <a:buSzTx/>
              <a:buNone/>
              <a:defRPr sz="2400">
                <a:solidFill>
                  <a:schemeClr val="accent1"/>
                </a:solidFill>
              </a:defRPr>
            </a:lvl4pPr>
            <a:lvl5pPr marL="0" indent="1828800">
              <a:buClrTx/>
              <a:buSz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61" name="Text Placeholder 2"/>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68" name="Slide Number"/>
          <p:cNvSpPr txBox="1"/>
          <p:nvPr>
            <p:ph type="sldNum" sz="quarter" idx="2"/>
          </p:nvPr>
        </p:nvSpPr>
        <p:spPr>
          <a:prstGeom prst="rect">
            <a:avLst/>
          </a:prstGeom>
        </p:spPr>
        <p:txBody>
          <a:bodyPr/>
          <a:lstStyle/>
          <a:p>
            <a:pPr/>
            <a:fld id="{86CB4B4D-7CA3-9044-876B-883B54F8677D}" type="slidenum"/>
          </a:p>
        </p:txBody>
      </p:sp>
      <p:sp>
        <p:nvSpPr>
          <p:cNvPr id="169" name="Body Level One…"/>
          <p:cNvSpPr txBox="1"/>
          <p:nvPr>
            <p:ph type="body" sz="quarter" idx="1"/>
          </p:nvPr>
        </p:nvSpPr>
        <p:spPr>
          <a:xfrm>
            <a:off x="6312870" y="4141999"/>
            <a:ext cx="4220846" cy="861498"/>
          </a:xfrm>
          <a:prstGeom prst="rect">
            <a:avLst/>
          </a:prstGeom>
        </p:spPr>
        <p:txBody>
          <a:bodyPr/>
          <a:lstStyle>
            <a:lvl1pPr marL="0" indent="0">
              <a:buClrTx/>
              <a:buSzTx/>
              <a:buNone/>
              <a:defRPr b="1" sz="2000">
                <a:solidFill>
                  <a:schemeClr val="accent4"/>
                </a:solidFill>
              </a:defRPr>
            </a:lvl1pPr>
            <a:lvl2pPr marL="0" indent="457200">
              <a:buClrTx/>
              <a:buSzTx/>
              <a:buNone/>
              <a:defRPr b="1" sz="2000">
                <a:solidFill>
                  <a:schemeClr val="accent4"/>
                </a:solidFill>
              </a:defRPr>
            </a:lvl2pPr>
            <a:lvl3pPr marL="1240971" indent="-326571">
              <a:buClrTx/>
              <a:defRPr b="1" sz="2000">
                <a:solidFill>
                  <a:schemeClr val="accent4"/>
                </a:solidFill>
              </a:defRPr>
            </a:lvl3pPr>
            <a:lvl4pPr marL="1752600" indent="-381000">
              <a:buClrTx/>
              <a:defRPr b="1" sz="2000">
                <a:solidFill>
                  <a:schemeClr val="accent4"/>
                </a:solidFill>
              </a:defRPr>
            </a:lvl4pPr>
            <a:lvl5pPr marL="2209800" indent="-381000">
              <a:buClr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170" name="Hexagon 14"/>
          <p:cNvSpPr/>
          <p:nvPr/>
        </p:nvSpPr>
        <p:spPr>
          <a:xfrm>
            <a:off x="740308" y="1382809"/>
            <a:ext cx="1229567" cy="1059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9" rIns="45719" anchor="ctr"/>
          <a:lstStyle/>
          <a:p>
            <a:pPr algn="ctr">
              <a:defRPr>
                <a:solidFill>
                  <a:srgbClr val="FFFFFF"/>
                </a:solidFill>
              </a:defRPr>
            </a:pPr>
          </a:p>
        </p:txBody>
      </p:sp>
      <p:sp>
        <p:nvSpPr>
          <p:cNvPr id="171" name="Hexagon 15"/>
          <p:cNvSpPr/>
          <p:nvPr/>
        </p:nvSpPr>
        <p:spPr>
          <a:xfrm>
            <a:off x="3755030" y="1194619"/>
            <a:ext cx="1666163" cy="14363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3"/>
          </a:solidFill>
          <a:ln w="12700">
            <a:miter lim="400000"/>
          </a:ln>
        </p:spPr>
        <p:txBody>
          <a:bodyPr lIns="45719" rIns="45719" anchor="ctr"/>
          <a:lstStyle/>
          <a:p>
            <a:pPr algn="ctr">
              <a:defRPr>
                <a:solidFill>
                  <a:srgbClr val="FFFFFF"/>
                </a:solidFill>
              </a:defRPr>
            </a:pPr>
          </a:p>
        </p:txBody>
      </p:sp>
      <p:sp>
        <p:nvSpPr>
          <p:cNvPr id="172" name="Hexagon 16"/>
          <p:cNvSpPr/>
          <p:nvPr/>
        </p:nvSpPr>
        <p:spPr>
          <a:xfrm>
            <a:off x="3804994" y="5233182"/>
            <a:ext cx="718262" cy="6191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5"/>
          </a:solidFill>
          <a:ln w="12700">
            <a:miter lim="400000"/>
          </a:ln>
        </p:spPr>
        <p:txBody>
          <a:bodyPr lIns="45719" rIns="45719" anchor="ctr"/>
          <a:lstStyle/>
          <a:p>
            <a:pPr algn="ctr">
              <a:defRPr>
                <a:solidFill>
                  <a:srgbClr val="FFFFFF"/>
                </a:solidFill>
              </a:defRPr>
            </a:pPr>
          </a:p>
        </p:txBody>
      </p:sp>
      <p:sp>
        <p:nvSpPr>
          <p:cNvPr id="173" name="Hexagon 17"/>
          <p:cNvSpPr/>
          <p:nvPr/>
        </p:nvSpPr>
        <p:spPr>
          <a:xfrm>
            <a:off x="1837838" y="1101306"/>
            <a:ext cx="651614" cy="5617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4"/>
          </a:solidFill>
          <a:ln w="12700">
            <a:miter lim="400000"/>
          </a:ln>
        </p:spPr>
        <p:txBody>
          <a:bodyPr lIns="45719" rIns="45719" anchor="ctr"/>
          <a:lstStyle/>
          <a:p>
            <a:pPr algn="ctr">
              <a:defRPr>
                <a:solidFill>
                  <a:srgbClr val="FFFFFF"/>
                </a:solidFill>
              </a:defRPr>
            </a:pPr>
          </a:p>
        </p:txBody>
      </p:sp>
      <p:sp>
        <p:nvSpPr>
          <p:cNvPr id="174" name="Picture Placeholder 18"/>
          <p:cNvSpPr/>
          <p:nvPr>
            <p:ph type="pic" sz="quarter" idx="21"/>
          </p:nvPr>
        </p:nvSpPr>
        <p:spPr>
          <a:xfrm>
            <a:off x="1571514" y="1914043"/>
            <a:ext cx="3993626" cy="3617850"/>
          </a:xfrm>
          <a:prstGeom prst="rect">
            <a:avLst/>
          </a:prstGeom>
        </p:spPr>
        <p:txBody>
          <a:bodyPr lIns="91439" rIns="91439">
            <a:noAutofit/>
          </a:bodyPr>
          <a:lstStyle/>
          <a:p>
            <a:pPr/>
          </a:p>
        </p:txBody>
      </p:sp>
      <p:sp>
        <p:nvSpPr>
          <p:cNvPr id="175" name="Title Text"/>
          <p:cNvSpPr txBox="1"/>
          <p:nvPr>
            <p:ph type="title"/>
          </p:nvPr>
        </p:nvSpPr>
        <p:spPr>
          <a:xfrm>
            <a:off x="6312870" y="2050551"/>
            <a:ext cx="4998721" cy="1748984"/>
          </a:xfrm>
          <a:prstGeom prst="rect">
            <a:avLst/>
          </a:prstGeom>
        </p:spPr>
        <p:txBody>
          <a:bodyPr/>
          <a:lstStyle>
            <a:lvl1pPr>
              <a:defRPr sz="2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roduction">
    <p:spTree>
      <p:nvGrpSpPr>
        <p:cNvPr id="1" name=""/>
        <p:cNvGrpSpPr/>
        <p:nvPr/>
      </p:nvGrpSpPr>
      <p:grpSpPr>
        <a:xfrm>
          <a:off x="0" y="0"/>
          <a:ext cx="0" cy="0"/>
          <a:chOff x="0" y="0"/>
          <a:chExt cx="0" cy="0"/>
        </a:xfrm>
      </p:grpSpPr>
      <p:sp>
        <p:nvSpPr>
          <p:cNvPr id="182" name="Slide Number"/>
          <p:cNvSpPr txBox="1"/>
          <p:nvPr>
            <p:ph type="sldNum" sz="quarter" idx="2"/>
          </p:nvPr>
        </p:nvSpPr>
        <p:spPr>
          <a:prstGeom prst="rect">
            <a:avLst/>
          </a:prstGeom>
        </p:spPr>
        <p:txBody>
          <a:bodyPr/>
          <a:lstStyle/>
          <a:p>
            <a:pPr/>
            <a:fld id="{86CB4B4D-7CA3-9044-876B-883B54F8677D}" type="slidenum"/>
          </a:p>
        </p:txBody>
      </p:sp>
      <p:sp>
        <p:nvSpPr>
          <p:cNvPr id="183" name="Oval 9"/>
          <p:cNvSpPr/>
          <p:nvPr/>
        </p:nvSpPr>
        <p:spPr>
          <a:xfrm>
            <a:off x="7362825" y="443263"/>
            <a:ext cx="361950" cy="361951"/>
          </a:xfrm>
          <a:prstGeom prst="ellipse">
            <a:avLst/>
          </a:prstGeom>
          <a:solidFill>
            <a:srgbClr val="EBEBEB"/>
          </a:solidFill>
          <a:ln w="12700">
            <a:miter lim="400000"/>
          </a:ln>
        </p:spPr>
        <p:txBody>
          <a:bodyPr lIns="45719" rIns="45719" anchor="ctr"/>
          <a:lstStyle/>
          <a:p>
            <a:pPr algn="ctr">
              <a:defRPr>
                <a:solidFill>
                  <a:schemeClr val="accent5"/>
                </a:solidFill>
              </a:defRPr>
            </a:pPr>
          </a:p>
        </p:txBody>
      </p:sp>
      <p:sp>
        <p:nvSpPr>
          <p:cNvPr id="184" name="Oval 13"/>
          <p:cNvSpPr/>
          <p:nvPr/>
        </p:nvSpPr>
        <p:spPr>
          <a:xfrm>
            <a:off x="11007245" y="5605993"/>
            <a:ext cx="654229" cy="654229"/>
          </a:xfrm>
          <a:prstGeom prst="ellipse">
            <a:avLst/>
          </a:prstGeom>
          <a:solidFill>
            <a:schemeClr val="accent2"/>
          </a:solidFill>
          <a:ln w="12700">
            <a:miter lim="400000"/>
          </a:ln>
        </p:spPr>
        <p:txBody>
          <a:bodyPr lIns="45719" rIns="45719" anchor="ctr"/>
          <a:lstStyle/>
          <a:p>
            <a:pPr algn="ctr">
              <a:defRPr>
                <a:solidFill>
                  <a:schemeClr val="accent5"/>
                </a:solidFill>
              </a:defRPr>
            </a:pPr>
          </a:p>
        </p:txBody>
      </p:sp>
      <p:sp>
        <p:nvSpPr>
          <p:cNvPr id="185" name="Oval 15"/>
          <p:cNvSpPr/>
          <p:nvPr/>
        </p:nvSpPr>
        <p:spPr>
          <a:xfrm>
            <a:off x="10683791" y="6132438"/>
            <a:ext cx="251153" cy="251153"/>
          </a:xfrm>
          <a:prstGeom prst="ellipse">
            <a:avLst/>
          </a:prstGeom>
          <a:solidFill>
            <a:schemeClr val="accent4"/>
          </a:solidFill>
          <a:ln w="12700">
            <a:miter lim="400000"/>
          </a:ln>
        </p:spPr>
        <p:txBody>
          <a:bodyPr lIns="45719" rIns="45719" anchor="ctr"/>
          <a:lstStyle/>
          <a:p>
            <a:pPr algn="ctr">
              <a:defRPr>
                <a:solidFill>
                  <a:schemeClr val="accent5"/>
                </a:solidFill>
              </a:defRPr>
            </a:pPr>
          </a:p>
        </p:txBody>
      </p:sp>
      <p:sp>
        <p:nvSpPr>
          <p:cNvPr id="186" name="Picture Placeholder 22"/>
          <p:cNvSpPr/>
          <p:nvPr>
            <p:ph type="pic" sz="half" idx="21"/>
          </p:nvPr>
        </p:nvSpPr>
        <p:spPr>
          <a:xfrm>
            <a:off x="5733416" y="624238"/>
            <a:ext cx="5855754" cy="5631572"/>
          </a:xfrm>
          <a:prstGeom prst="rect">
            <a:avLst/>
          </a:prstGeom>
        </p:spPr>
        <p:txBody>
          <a:bodyPr lIns="91439" rIns="91439">
            <a:noAutofit/>
          </a:bodyPr>
          <a:lstStyle/>
          <a:p>
            <a:pPr/>
          </a:p>
        </p:txBody>
      </p:sp>
      <p:sp>
        <p:nvSpPr>
          <p:cNvPr id="187" name="Body Level One…"/>
          <p:cNvSpPr txBox="1"/>
          <p:nvPr>
            <p:ph type="body" sz="quarter" idx="1"/>
          </p:nvPr>
        </p:nvSpPr>
        <p:spPr>
          <a:xfrm>
            <a:off x="660400" y="2044700"/>
            <a:ext cx="4275138" cy="3560763"/>
          </a:xfrm>
          <a:prstGeom prst="rect">
            <a:avLst/>
          </a:prstGeom>
        </p:spPr>
        <p:txBody>
          <a:bodyPr/>
          <a:lstStyle>
            <a:lvl1pPr>
              <a:lnSpc>
                <a:spcPct val="150000"/>
              </a:lnSpc>
              <a:buClr>
                <a:schemeClr val="accent4"/>
              </a:buClr>
              <a:buChar char="▪"/>
              <a:defRPr sz="2000"/>
            </a:lvl1pPr>
            <a:lvl2pPr marL="742950" indent="-285750">
              <a:lnSpc>
                <a:spcPct val="150000"/>
              </a:lnSpc>
              <a:buClr>
                <a:schemeClr val="accent4"/>
              </a:buClr>
              <a:buChar char="▪"/>
              <a:defRPr sz="2000"/>
            </a:lvl2pPr>
            <a:lvl3pPr marL="1168400" indent="-254000">
              <a:lnSpc>
                <a:spcPct val="150000"/>
              </a:lnSpc>
              <a:buClr>
                <a:schemeClr val="accent4"/>
              </a:buClr>
              <a:buChar char="▪"/>
              <a:defRPr sz="2000"/>
            </a:lvl3pPr>
            <a:lvl4pPr marL="1625600" indent="-254000">
              <a:lnSpc>
                <a:spcPct val="150000"/>
              </a:lnSpc>
              <a:buClr>
                <a:schemeClr val="accent4"/>
              </a:buClr>
              <a:buChar char="▪"/>
              <a:defRPr sz="2000"/>
            </a:lvl4pPr>
            <a:lvl5pPr marL="2082800" indent="-254000">
              <a:lnSpc>
                <a:spcPct val="150000"/>
              </a:lnSpc>
              <a:buClr>
                <a:schemeClr val="accent4"/>
              </a:buClr>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88" name="Title Text"/>
          <p:cNvSpPr txBox="1"/>
          <p:nvPr>
            <p:ph type="title"/>
          </p:nvPr>
        </p:nvSpPr>
        <p:spPr>
          <a:xfrm>
            <a:off x="660400" y="805213"/>
            <a:ext cx="4275138" cy="830998"/>
          </a:xfrm>
          <a:prstGeom prst="rect">
            <a:avLst/>
          </a:prstGeom>
        </p:spPr>
        <p:txBody>
          <a:bodyPr/>
          <a:lstStyle>
            <a:lvl1pPr>
              <a:defRPr b="1" sz="4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95" name="Slide Number"/>
          <p:cNvSpPr txBox="1"/>
          <p:nvPr>
            <p:ph type="sldNum" sz="quarter" idx="2"/>
          </p:nvPr>
        </p:nvSpPr>
        <p:spPr>
          <a:prstGeom prst="rect">
            <a:avLst/>
          </a:prstGeom>
        </p:spPr>
        <p:txBody>
          <a:bodyPr/>
          <a:lstStyle/>
          <a:p>
            <a:pPr/>
            <a:fld id="{86CB4B4D-7CA3-9044-876B-883B54F8677D}" type="slidenum"/>
          </a:p>
        </p:txBody>
      </p:sp>
      <p:sp>
        <p:nvSpPr>
          <p:cNvPr id="196" name="Body Level One…"/>
          <p:cNvSpPr txBox="1"/>
          <p:nvPr>
            <p:ph type="body" sz="quarter" idx="1"/>
          </p:nvPr>
        </p:nvSpPr>
        <p:spPr>
          <a:xfrm>
            <a:off x="660400" y="2044700"/>
            <a:ext cx="4275138" cy="3560763"/>
          </a:xfrm>
          <a:prstGeom prst="rect">
            <a:avLst/>
          </a:prstGeom>
        </p:spPr>
        <p:txBody>
          <a:bodyPr/>
          <a:lstStyle>
            <a:lvl1pPr>
              <a:buClr>
                <a:schemeClr val="accent4"/>
              </a:buClr>
              <a:buChar char="▪"/>
              <a:defRPr sz="2000"/>
            </a:lvl1pPr>
            <a:lvl2pPr marL="774700" indent="-317500">
              <a:buClr>
                <a:schemeClr val="accent4"/>
              </a:buClr>
              <a:buChar char="▪"/>
              <a:defRPr sz="2000"/>
            </a:lvl2pPr>
            <a:lvl3pPr marL="1200150" indent="-285750">
              <a:buClr>
                <a:schemeClr val="accent4"/>
              </a:buClr>
              <a:buChar char="▪"/>
              <a:defRPr sz="2000"/>
            </a:lvl3pPr>
            <a:lvl4pPr marL="1657350" indent="-285750">
              <a:buClr>
                <a:schemeClr val="accent4"/>
              </a:buClr>
              <a:buChar char="▪"/>
              <a:defRPr sz="2000"/>
            </a:lvl4pPr>
            <a:lvl5pPr marL="2114550" indent="-285750">
              <a:buClr>
                <a:schemeClr val="accent4"/>
              </a:buClr>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97" name="Rectangle 18"/>
          <p:cNvSpPr/>
          <p:nvPr/>
        </p:nvSpPr>
        <p:spPr>
          <a:xfrm>
            <a:off x="9354456" y="5363986"/>
            <a:ext cx="457201" cy="457201"/>
          </a:xfrm>
          <a:prstGeom prst="rect">
            <a:avLst/>
          </a:prstGeom>
          <a:solidFill>
            <a:schemeClr val="accent5"/>
          </a:solidFill>
          <a:ln w="12700">
            <a:miter lim="400000"/>
          </a:ln>
        </p:spPr>
        <p:txBody>
          <a:bodyPr lIns="45719" rIns="45719" anchor="ctr"/>
          <a:lstStyle/>
          <a:p>
            <a:pPr algn="ctr">
              <a:defRPr>
                <a:solidFill>
                  <a:srgbClr val="FFFFFF"/>
                </a:solidFill>
              </a:defRPr>
            </a:pPr>
          </a:p>
        </p:txBody>
      </p:sp>
      <p:sp>
        <p:nvSpPr>
          <p:cNvPr id="198" name="Rectangle 20"/>
          <p:cNvSpPr/>
          <p:nvPr/>
        </p:nvSpPr>
        <p:spPr>
          <a:xfrm>
            <a:off x="6692790" y="1699889"/>
            <a:ext cx="319750" cy="319750"/>
          </a:xfrm>
          <a:prstGeom prst="rect">
            <a:avLst/>
          </a:prstGeom>
          <a:solidFill>
            <a:schemeClr val="accent2"/>
          </a:solidFill>
          <a:ln w="12700">
            <a:miter lim="400000"/>
          </a:ln>
        </p:spPr>
        <p:txBody>
          <a:bodyPr lIns="45719" rIns="45719" anchor="ctr"/>
          <a:lstStyle/>
          <a:p>
            <a:pPr algn="ctr">
              <a:defRPr>
                <a:solidFill>
                  <a:srgbClr val="FFFFFF"/>
                </a:solidFill>
              </a:defRPr>
            </a:pPr>
          </a:p>
        </p:txBody>
      </p:sp>
      <p:sp>
        <p:nvSpPr>
          <p:cNvPr id="199" name="Rectangle 22"/>
          <p:cNvSpPr/>
          <p:nvPr/>
        </p:nvSpPr>
        <p:spPr>
          <a:xfrm>
            <a:off x="9354456" y="5897738"/>
            <a:ext cx="179978" cy="179978"/>
          </a:xfrm>
          <a:prstGeom prst="rect">
            <a:avLst/>
          </a:prstGeom>
          <a:solidFill>
            <a:schemeClr val="accent4"/>
          </a:solidFill>
          <a:ln w="12700">
            <a:miter lim="400000"/>
          </a:ln>
        </p:spPr>
        <p:txBody>
          <a:bodyPr lIns="45719" rIns="45719" anchor="ctr"/>
          <a:lstStyle/>
          <a:p>
            <a:pPr algn="ctr">
              <a:defRPr>
                <a:solidFill>
                  <a:srgbClr val="FFFFFF"/>
                </a:solidFill>
              </a:defRPr>
            </a:pPr>
          </a:p>
        </p:txBody>
      </p:sp>
      <p:sp>
        <p:nvSpPr>
          <p:cNvPr id="200" name="Picture Placeholder 10"/>
          <p:cNvSpPr/>
          <p:nvPr>
            <p:ph type="pic" sz="half" idx="21"/>
          </p:nvPr>
        </p:nvSpPr>
        <p:spPr>
          <a:xfrm>
            <a:off x="7090226" y="786181"/>
            <a:ext cx="4441373" cy="5393036"/>
          </a:xfrm>
          <a:prstGeom prst="rect">
            <a:avLst/>
          </a:prstGeom>
        </p:spPr>
        <p:txBody>
          <a:bodyPr lIns="91439" rIns="91439">
            <a:noAutofit/>
          </a:bodyPr>
          <a:lstStyle/>
          <a:p>
            <a:pPr/>
          </a:p>
        </p:txBody>
      </p:sp>
      <p:sp>
        <p:nvSpPr>
          <p:cNvPr id="201" name="Title Text"/>
          <p:cNvSpPr txBox="1"/>
          <p:nvPr>
            <p:ph type="title"/>
          </p:nvPr>
        </p:nvSpPr>
        <p:spPr>
          <a:xfrm>
            <a:off x="660400" y="805213"/>
            <a:ext cx="4275138" cy="830998"/>
          </a:xfrm>
          <a:prstGeom prst="rect">
            <a:avLst/>
          </a:prstGeom>
        </p:spPr>
        <p:txBody>
          <a:bodyPr/>
          <a:lstStyle>
            <a:lvl1pPr>
              <a:defRPr b="1" sz="4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p:spTree>
      <p:nvGrpSpPr>
        <p:cNvPr id="1" name=""/>
        <p:cNvGrpSpPr/>
        <p:nvPr/>
      </p:nvGrpSpPr>
      <p:grpSpPr>
        <a:xfrm>
          <a:off x="0" y="0"/>
          <a:ext cx="0" cy="0"/>
          <a:chOff x="0" y="0"/>
          <a:chExt cx="0" cy="0"/>
        </a:xfrm>
      </p:grpSpPr>
      <p:sp>
        <p:nvSpPr>
          <p:cNvPr id="208" name="Slide Number"/>
          <p:cNvSpPr txBox="1"/>
          <p:nvPr>
            <p:ph type="sldNum" sz="quarter" idx="2"/>
          </p:nvPr>
        </p:nvSpPr>
        <p:spPr>
          <a:prstGeom prst="rect">
            <a:avLst/>
          </a:prstGeom>
        </p:spPr>
        <p:txBody>
          <a:bodyPr/>
          <a:lstStyle/>
          <a:p>
            <a:pPr/>
            <a:fld id="{86CB4B4D-7CA3-9044-876B-883B54F8677D}" type="slidenum"/>
          </a:p>
        </p:txBody>
      </p:sp>
      <p:sp>
        <p:nvSpPr>
          <p:cNvPr id="209" name="Picture Placeholder 38"/>
          <p:cNvSpPr/>
          <p:nvPr>
            <p:ph type="pic" sz="quarter" idx="21"/>
          </p:nvPr>
        </p:nvSpPr>
        <p:spPr>
          <a:xfrm>
            <a:off x="5353508" y="2555550"/>
            <a:ext cx="1484986" cy="1280162"/>
          </a:xfrm>
          <a:prstGeom prst="rect">
            <a:avLst/>
          </a:prstGeom>
        </p:spPr>
        <p:txBody>
          <a:bodyPr lIns="91439" rIns="91439">
            <a:noAutofit/>
          </a:bodyPr>
          <a:lstStyle/>
          <a:p>
            <a:pPr/>
          </a:p>
        </p:txBody>
      </p:sp>
      <p:sp>
        <p:nvSpPr>
          <p:cNvPr id="210" name="Picture Placeholder 37"/>
          <p:cNvSpPr/>
          <p:nvPr>
            <p:ph type="pic" sz="quarter" idx="22"/>
          </p:nvPr>
        </p:nvSpPr>
        <p:spPr>
          <a:xfrm>
            <a:off x="3115921" y="2555550"/>
            <a:ext cx="1484986" cy="1280162"/>
          </a:xfrm>
          <a:prstGeom prst="rect">
            <a:avLst/>
          </a:prstGeom>
        </p:spPr>
        <p:txBody>
          <a:bodyPr lIns="91439" rIns="91439">
            <a:noAutofit/>
          </a:bodyPr>
          <a:lstStyle/>
          <a:p>
            <a:pPr/>
          </a:p>
        </p:txBody>
      </p:sp>
      <p:sp>
        <p:nvSpPr>
          <p:cNvPr id="211" name="Picture Placeholder 39"/>
          <p:cNvSpPr/>
          <p:nvPr>
            <p:ph type="pic" sz="quarter" idx="23"/>
          </p:nvPr>
        </p:nvSpPr>
        <p:spPr>
          <a:xfrm>
            <a:off x="7602464" y="2555550"/>
            <a:ext cx="1484986" cy="1280162"/>
          </a:xfrm>
          <a:prstGeom prst="rect">
            <a:avLst/>
          </a:prstGeom>
        </p:spPr>
        <p:txBody>
          <a:bodyPr lIns="91439" rIns="91439">
            <a:noAutofit/>
          </a:bodyPr>
          <a:lstStyle/>
          <a:p>
            <a:pPr/>
          </a:p>
        </p:txBody>
      </p:sp>
      <p:sp>
        <p:nvSpPr>
          <p:cNvPr id="212" name="Picture Placeholder 40"/>
          <p:cNvSpPr/>
          <p:nvPr>
            <p:ph type="pic" sz="quarter" idx="24"/>
          </p:nvPr>
        </p:nvSpPr>
        <p:spPr>
          <a:xfrm>
            <a:off x="9840051" y="2555550"/>
            <a:ext cx="1484986" cy="1280162"/>
          </a:xfrm>
          <a:prstGeom prst="rect">
            <a:avLst/>
          </a:prstGeom>
        </p:spPr>
        <p:txBody>
          <a:bodyPr lIns="91439" rIns="91439">
            <a:noAutofit/>
          </a:bodyPr>
          <a:lstStyle/>
          <a:p>
            <a:pPr/>
          </a:p>
        </p:txBody>
      </p:sp>
      <p:sp>
        <p:nvSpPr>
          <p:cNvPr id="213" name="Title Text"/>
          <p:cNvSpPr txBox="1"/>
          <p:nvPr>
            <p:ph type="title"/>
          </p:nvPr>
        </p:nvSpPr>
        <p:spPr>
          <a:xfrm>
            <a:off x="431999" y="647700"/>
            <a:ext cx="11340002" cy="700115"/>
          </a:xfrm>
          <a:prstGeom prst="rect">
            <a:avLst/>
          </a:prstGeom>
        </p:spPr>
        <p:txBody>
          <a:bodyPr anchor="ctr"/>
          <a:lstStyle>
            <a:lvl1pPr algn="ctr">
              <a:defRPr b="1" sz="4800">
                <a:solidFill>
                  <a:srgbClr val="000000"/>
                </a:solidFill>
              </a:defRPr>
            </a:lvl1pPr>
          </a:lstStyle>
          <a:p>
            <a:pPr/>
            <a:r>
              <a:t>Title Text</a:t>
            </a:r>
          </a:p>
        </p:txBody>
      </p:sp>
      <p:sp>
        <p:nvSpPr>
          <p:cNvPr id="214" name="Hexagon 8"/>
          <p:cNvSpPr/>
          <p:nvPr/>
        </p:nvSpPr>
        <p:spPr>
          <a:xfrm>
            <a:off x="546669" y="3467555"/>
            <a:ext cx="458269" cy="3950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9" rIns="45719" anchor="ctr"/>
          <a:lstStyle/>
          <a:p>
            <a:pPr algn="ctr">
              <a:defRPr>
                <a:solidFill>
                  <a:srgbClr val="FFFFFF"/>
                </a:solidFill>
              </a:defRPr>
            </a:pPr>
          </a:p>
        </p:txBody>
      </p:sp>
      <p:sp>
        <p:nvSpPr>
          <p:cNvPr id="215" name="Hexagon 9"/>
          <p:cNvSpPr/>
          <p:nvPr/>
        </p:nvSpPr>
        <p:spPr>
          <a:xfrm>
            <a:off x="11113337" y="2394722"/>
            <a:ext cx="358392" cy="3089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2"/>
          </a:solidFill>
          <a:ln w="12700">
            <a:miter lim="400000"/>
          </a:ln>
        </p:spPr>
        <p:txBody>
          <a:bodyPr lIns="45719" rIns="45719" anchor="ctr"/>
          <a:lstStyle/>
          <a:p>
            <a:pPr algn="ctr">
              <a:defRPr>
                <a:solidFill>
                  <a:srgbClr val="FFFFFF"/>
                </a:solidFill>
              </a:defRPr>
            </a:pPr>
          </a:p>
        </p:txBody>
      </p:sp>
      <p:sp>
        <p:nvSpPr>
          <p:cNvPr id="216" name="Hexagon 10"/>
          <p:cNvSpPr/>
          <p:nvPr/>
        </p:nvSpPr>
        <p:spPr>
          <a:xfrm>
            <a:off x="10882648" y="2202202"/>
            <a:ext cx="230689" cy="198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rgbClr val="EBEBEB"/>
          </a:solidFill>
          <a:ln w="12700">
            <a:miter lim="400000"/>
          </a:ln>
        </p:spPr>
        <p:txBody>
          <a:bodyPr lIns="45719" rIns="45719" anchor="ctr"/>
          <a:lstStyle/>
          <a:p>
            <a:pPr algn="ctr">
              <a:defRPr>
                <a:solidFill>
                  <a:srgbClr val="FFFFFF"/>
                </a:solidFill>
              </a:defRPr>
            </a:pPr>
          </a:p>
        </p:txBody>
      </p:sp>
      <p:sp>
        <p:nvSpPr>
          <p:cNvPr id="217" name="Body Level One…"/>
          <p:cNvSpPr txBox="1"/>
          <p:nvPr>
            <p:ph type="body" sz="quarter" idx="1"/>
          </p:nvPr>
        </p:nvSpPr>
        <p:spPr>
          <a:xfrm>
            <a:off x="546667" y="4172761"/>
            <a:ext cx="2139697" cy="344313"/>
          </a:xfrm>
          <a:prstGeom prst="rect">
            <a:avLst/>
          </a:prstGeom>
        </p:spPr>
        <p:txBody>
          <a:bodyPr/>
          <a:lstStyle>
            <a:lvl1pPr marL="0" indent="0" algn="ctr">
              <a:buClrTx/>
              <a:buSzTx/>
              <a:buNone/>
              <a:defRPr b="1" sz="2000">
                <a:solidFill>
                  <a:schemeClr val="accent4"/>
                </a:solidFill>
              </a:defRPr>
            </a:lvl1pPr>
            <a:lvl2pPr marL="814387" indent="-357187" algn="ctr">
              <a:buClrTx/>
              <a:defRPr b="1" sz="2000">
                <a:solidFill>
                  <a:schemeClr val="accent4"/>
                </a:solidFill>
              </a:defRPr>
            </a:lvl2pPr>
            <a:lvl3pPr marL="1240971" indent="-326571" algn="ctr">
              <a:buClrTx/>
              <a:defRPr b="1" sz="2000">
                <a:solidFill>
                  <a:schemeClr val="accent4"/>
                </a:solidFill>
              </a:defRPr>
            </a:lvl3pPr>
            <a:lvl4pPr marL="1752600" indent="-381000" algn="ctr">
              <a:buClrTx/>
              <a:defRPr b="1" sz="2000">
                <a:solidFill>
                  <a:schemeClr val="accent4"/>
                </a:solidFill>
              </a:defRPr>
            </a:lvl4pPr>
            <a:lvl5pPr marL="2209800" indent="-381000" algn="ctr">
              <a:buClr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218" name="Text Placeholder 22"/>
          <p:cNvSpPr/>
          <p:nvPr>
            <p:ph type="body" sz="quarter" idx="25"/>
          </p:nvPr>
        </p:nvSpPr>
        <p:spPr>
          <a:xfrm>
            <a:off x="556692" y="4588259"/>
            <a:ext cx="2139696" cy="344313"/>
          </a:xfrm>
          <a:prstGeom prst="rect">
            <a:avLst/>
          </a:prstGeom>
        </p:spPr>
        <p:txBody>
          <a:bodyPr/>
          <a:lstStyle/>
          <a:p>
            <a:pPr marL="0" indent="0" algn="ctr">
              <a:buClrTx/>
              <a:buSzTx/>
              <a:buNone/>
              <a:defRPr sz="1600">
                <a:solidFill>
                  <a:srgbClr val="000000"/>
                </a:solidFill>
              </a:defRPr>
            </a:pPr>
          </a:p>
        </p:txBody>
      </p:sp>
      <p:sp>
        <p:nvSpPr>
          <p:cNvPr id="219" name="Text Placeholder 22"/>
          <p:cNvSpPr/>
          <p:nvPr>
            <p:ph type="body" sz="quarter" idx="26"/>
          </p:nvPr>
        </p:nvSpPr>
        <p:spPr>
          <a:xfrm>
            <a:off x="2789482" y="4172761"/>
            <a:ext cx="2139697" cy="344313"/>
          </a:xfrm>
          <a:prstGeom prst="rect">
            <a:avLst/>
          </a:prstGeom>
        </p:spPr>
        <p:txBody>
          <a:bodyPr/>
          <a:lstStyle/>
          <a:p>
            <a:pPr marL="0" indent="0" algn="ctr">
              <a:buClrTx/>
              <a:buSzTx/>
              <a:buNone/>
              <a:defRPr b="1" sz="2000">
                <a:solidFill>
                  <a:schemeClr val="accent4"/>
                </a:solidFill>
              </a:defRPr>
            </a:pPr>
          </a:p>
        </p:txBody>
      </p:sp>
      <p:sp>
        <p:nvSpPr>
          <p:cNvPr id="220" name="Text Placeholder 22"/>
          <p:cNvSpPr/>
          <p:nvPr>
            <p:ph type="body" sz="quarter" idx="27"/>
          </p:nvPr>
        </p:nvSpPr>
        <p:spPr>
          <a:xfrm>
            <a:off x="2789483" y="4588259"/>
            <a:ext cx="2139697" cy="344313"/>
          </a:xfrm>
          <a:prstGeom prst="rect">
            <a:avLst/>
          </a:prstGeom>
        </p:spPr>
        <p:txBody>
          <a:bodyPr/>
          <a:lstStyle/>
          <a:p>
            <a:pPr marL="0" indent="0" algn="ctr">
              <a:buClrTx/>
              <a:buSzTx/>
              <a:buNone/>
              <a:defRPr sz="1600">
                <a:solidFill>
                  <a:srgbClr val="000000"/>
                </a:solidFill>
              </a:defRPr>
            </a:pPr>
          </a:p>
        </p:txBody>
      </p:sp>
      <p:sp>
        <p:nvSpPr>
          <p:cNvPr id="221" name="Text Placeholder 22"/>
          <p:cNvSpPr/>
          <p:nvPr>
            <p:ph type="body" sz="quarter" idx="28"/>
          </p:nvPr>
        </p:nvSpPr>
        <p:spPr>
          <a:xfrm>
            <a:off x="5032295" y="4172761"/>
            <a:ext cx="2139697" cy="344313"/>
          </a:xfrm>
          <a:prstGeom prst="rect">
            <a:avLst/>
          </a:prstGeom>
        </p:spPr>
        <p:txBody>
          <a:bodyPr/>
          <a:lstStyle/>
          <a:p>
            <a:pPr marL="0" indent="0" algn="ctr">
              <a:buClrTx/>
              <a:buSzTx/>
              <a:buNone/>
              <a:defRPr b="1" sz="2000">
                <a:solidFill>
                  <a:schemeClr val="accent4"/>
                </a:solidFill>
              </a:defRPr>
            </a:pPr>
          </a:p>
        </p:txBody>
      </p:sp>
      <p:sp>
        <p:nvSpPr>
          <p:cNvPr id="222" name="Text Placeholder 22"/>
          <p:cNvSpPr/>
          <p:nvPr>
            <p:ph type="body" sz="quarter" idx="29"/>
          </p:nvPr>
        </p:nvSpPr>
        <p:spPr>
          <a:xfrm>
            <a:off x="5029201" y="4588259"/>
            <a:ext cx="2139697" cy="344313"/>
          </a:xfrm>
          <a:prstGeom prst="rect">
            <a:avLst/>
          </a:prstGeom>
        </p:spPr>
        <p:txBody>
          <a:bodyPr/>
          <a:lstStyle/>
          <a:p>
            <a:pPr marL="0" indent="0" algn="ctr">
              <a:buClrTx/>
              <a:buSzTx/>
              <a:buNone/>
              <a:defRPr sz="1600">
                <a:solidFill>
                  <a:srgbClr val="000000"/>
                </a:solidFill>
              </a:defRPr>
            </a:pPr>
          </a:p>
        </p:txBody>
      </p:sp>
      <p:sp>
        <p:nvSpPr>
          <p:cNvPr id="223" name="Text Placeholder 22"/>
          <p:cNvSpPr/>
          <p:nvPr>
            <p:ph type="body" sz="quarter" idx="30"/>
          </p:nvPr>
        </p:nvSpPr>
        <p:spPr>
          <a:xfrm>
            <a:off x="7275110" y="4172761"/>
            <a:ext cx="2139697" cy="344313"/>
          </a:xfrm>
          <a:prstGeom prst="rect">
            <a:avLst/>
          </a:prstGeom>
        </p:spPr>
        <p:txBody>
          <a:bodyPr/>
          <a:lstStyle/>
          <a:p>
            <a:pPr marL="0" indent="0" algn="ctr">
              <a:buClrTx/>
              <a:buSzTx/>
              <a:buNone/>
              <a:defRPr b="1" sz="2000">
                <a:solidFill>
                  <a:schemeClr val="accent4"/>
                </a:solidFill>
              </a:defRPr>
            </a:pPr>
          </a:p>
        </p:txBody>
      </p:sp>
      <p:sp>
        <p:nvSpPr>
          <p:cNvPr id="224" name="Text Placeholder 22"/>
          <p:cNvSpPr/>
          <p:nvPr>
            <p:ph type="body" sz="quarter" idx="31"/>
          </p:nvPr>
        </p:nvSpPr>
        <p:spPr>
          <a:xfrm>
            <a:off x="7275111" y="4588259"/>
            <a:ext cx="2139696" cy="344313"/>
          </a:xfrm>
          <a:prstGeom prst="rect">
            <a:avLst/>
          </a:prstGeom>
        </p:spPr>
        <p:txBody>
          <a:bodyPr/>
          <a:lstStyle/>
          <a:p>
            <a:pPr marL="0" indent="0" algn="ctr">
              <a:buClrTx/>
              <a:buSzTx/>
              <a:buNone/>
              <a:defRPr sz="1600">
                <a:solidFill>
                  <a:srgbClr val="000000"/>
                </a:solidFill>
              </a:defRPr>
            </a:pPr>
          </a:p>
        </p:txBody>
      </p:sp>
      <p:sp>
        <p:nvSpPr>
          <p:cNvPr id="225" name="Text Placeholder 22"/>
          <p:cNvSpPr/>
          <p:nvPr>
            <p:ph type="body" sz="quarter" idx="32"/>
          </p:nvPr>
        </p:nvSpPr>
        <p:spPr>
          <a:xfrm>
            <a:off x="9517922" y="4172761"/>
            <a:ext cx="2139697" cy="344313"/>
          </a:xfrm>
          <a:prstGeom prst="rect">
            <a:avLst/>
          </a:prstGeom>
        </p:spPr>
        <p:txBody>
          <a:bodyPr/>
          <a:lstStyle/>
          <a:p>
            <a:pPr marL="0" indent="0" algn="ctr">
              <a:buClrTx/>
              <a:buSzTx/>
              <a:buNone/>
              <a:defRPr b="1" sz="2000">
                <a:solidFill>
                  <a:schemeClr val="accent4"/>
                </a:solidFill>
              </a:defRPr>
            </a:pPr>
          </a:p>
        </p:txBody>
      </p:sp>
      <p:sp>
        <p:nvSpPr>
          <p:cNvPr id="226" name="Text Placeholder 22"/>
          <p:cNvSpPr/>
          <p:nvPr>
            <p:ph type="body" sz="quarter" idx="33"/>
          </p:nvPr>
        </p:nvSpPr>
        <p:spPr>
          <a:xfrm>
            <a:off x="9517922" y="4588259"/>
            <a:ext cx="2139697" cy="344313"/>
          </a:xfrm>
          <a:prstGeom prst="rect">
            <a:avLst/>
          </a:prstGeom>
        </p:spPr>
        <p:txBody>
          <a:bodyPr/>
          <a:lstStyle/>
          <a:p>
            <a:pPr marL="0" indent="0" algn="ctr">
              <a:buClrTx/>
              <a:buSzTx/>
              <a:buNone/>
              <a:defRPr sz="1600">
                <a:solidFill>
                  <a:srgbClr val="000000"/>
                </a:solidFill>
              </a:defRPr>
            </a:pPr>
          </a:p>
        </p:txBody>
      </p:sp>
      <p:sp>
        <p:nvSpPr>
          <p:cNvPr id="227" name="Picture Placeholder 36"/>
          <p:cNvSpPr/>
          <p:nvPr>
            <p:ph type="pic" sz="quarter" idx="34"/>
          </p:nvPr>
        </p:nvSpPr>
        <p:spPr>
          <a:xfrm>
            <a:off x="878336" y="2555550"/>
            <a:ext cx="1484987" cy="128016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Custom Layout">
    <p:bg>
      <p:bgPr>
        <a:solidFill>
          <a:srgbClr val="000000"/>
        </a:solidFill>
      </p:bgPr>
    </p:bg>
    <p:spTree>
      <p:nvGrpSpPr>
        <p:cNvPr id="1" name=""/>
        <p:cNvGrpSpPr/>
        <p:nvPr/>
      </p:nvGrpSpPr>
      <p:grpSpPr>
        <a:xfrm>
          <a:off x="0" y="0"/>
          <a:ext cx="0" cy="0"/>
          <a:chOff x="0" y="0"/>
          <a:chExt cx="0" cy="0"/>
        </a:xfrm>
      </p:grpSpPr>
      <p:sp>
        <p:nvSpPr>
          <p:cNvPr id="234" name="Picture Placeholder 21"/>
          <p:cNvSpPr/>
          <p:nvPr>
            <p:ph type="pic" idx="21"/>
          </p:nvPr>
        </p:nvSpPr>
        <p:spPr>
          <a:xfrm>
            <a:off x="0" y="0"/>
            <a:ext cx="12192000" cy="6858000"/>
          </a:xfrm>
          <a:prstGeom prst="rect">
            <a:avLst/>
          </a:prstGeom>
        </p:spPr>
        <p:txBody>
          <a:bodyPr lIns="91439" rIns="91439">
            <a:noAutofit/>
          </a:bodyPr>
          <a:lstStyle/>
          <a:p>
            <a:pPr/>
          </a:p>
        </p:txBody>
      </p:sp>
      <p:sp>
        <p:nvSpPr>
          <p:cNvPr id="235" name="Rectangle 1"/>
          <p:cNvSpPr/>
          <p:nvPr/>
        </p:nvSpPr>
        <p:spPr>
          <a:xfrm>
            <a:off x="3718559" y="1181123"/>
            <a:ext cx="4754881" cy="4495754"/>
          </a:xfrm>
          <a:prstGeom prst="rect">
            <a:avLst/>
          </a:prstGeom>
          <a:solidFill>
            <a:schemeClr val="accent5">
              <a:alpha val="40000"/>
            </a:schemeClr>
          </a:solidFill>
          <a:ln w="60325" cap="rnd">
            <a:solidFill>
              <a:srgbClr val="FFFFFF"/>
            </a:solidFill>
          </a:ln>
        </p:spPr>
        <p:txBody>
          <a:bodyPr lIns="45719" rIns="45719" anchor="ctr"/>
          <a:lstStyle/>
          <a:p>
            <a:pPr algn="ctr">
              <a:defRPr>
                <a:solidFill>
                  <a:srgbClr val="FFFFFF"/>
                </a:solidFill>
              </a:defRPr>
            </a:pPr>
          </a:p>
        </p:txBody>
      </p:sp>
      <p:sp>
        <p:nvSpPr>
          <p:cNvPr id="236" name="Body Level One…"/>
          <p:cNvSpPr txBox="1"/>
          <p:nvPr>
            <p:ph type="body" sz="quarter" idx="1" hasCustomPrompt="1"/>
          </p:nvPr>
        </p:nvSpPr>
        <p:spPr>
          <a:xfrm>
            <a:off x="4149138" y="4859468"/>
            <a:ext cx="3924936" cy="490539"/>
          </a:xfrm>
          <a:prstGeom prst="rect">
            <a:avLst/>
          </a:prstGeom>
        </p:spPr>
        <p:txBody>
          <a:bodyPr/>
          <a:lstStyle>
            <a:lvl1pPr algn="r">
              <a:buClrTx/>
              <a:buSzTx/>
              <a:buNone/>
              <a:defRPr b="1" sz="2400">
                <a:solidFill>
                  <a:schemeClr val="accent4"/>
                </a:solidFill>
                <a:latin typeface="+mn-lt"/>
                <a:ea typeface="+mn-ea"/>
                <a:cs typeface="+mn-cs"/>
                <a:sym typeface="Calibri"/>
              </a:defRPr>
            </a:lvl1pPr>
            <a:lvl2pPr marL="342900" indent="114300" algn="r">
              <a:buClrTx/>
              <a:buSzTx/>
              <a:buNone/>
              <a:defRPr b="1" sz="2400">
                <a:solidFill>
                  <a:schemeClr val="accent4"/>
                </a:solidFill>
                <a:latin typeface="+mn-lt"/>
                <a:ea typeface="+mn-ea"/>
                <a:cs typeface="+mn-cs"/>
                <a:sym typeface="Calibri"/>
              </a:defRPr>
            </a:lvl2pPr>
            <a:lvl3pPr marL="1306285" indent="-391885" algn="r">
              <a:buClrTx/>
              <a:defRPr b="1" sz="2400">
                <a:solidFill>
                  <a:schemeClr val="accent4"/>
                </a:solidFill>
                <a:latin typeface="+mn-lt"/>
                <a:ea typeface="+mn-ea"/>
                <a:cs typeface="+mn-cs"/>
                <a:sym typeface="Calibri"/>
              </a:defRPr>
            </a:lvl3pPr>
            <a:lvl4pPr marL="1828800" indent="-457200" algn="r">
              <a:buClrTx/>
              <a:defRPr b="1" sz="2400">
                <a:solidFill>
                  <a:schemeClr val="accent4"/>
                </a:solidFill>
                <a:latin typeface="+mn-lt"/>
                <a:ea typeface="+mn-ea"/>
                <a:cs typeface="+mn-cs"/>
                <a:sym typeface="Calibri"/>
              </a:defRPr>
            </a:lvl4pPr>
            <a:lvl5pPr marL="2286000" indent="-457200" algn="r">
              <a:buClrTx/>
              <a:defRPr b="1" sz="2400">
                <a:solidFill>
                  <a:schemeClr val="accent4"/>
                </a:solidFill>
                <a:latin typeface="+mn-lt"/>
                <a:ea typeface="+mn-ea"/>
                <a:cs typeface="+mn-cs"/>
                <a:sym typeface="Calibri"/>
              </a:defRPr>
            </a:lvl5pPr>
          </a:lstStyle>
          <a:p>
            <a:pPr/>
            <a:r>
              <a:t>Click to edit text</a:t>
            </a:r>
          </a:p>
          <a:p>
            <a:pPr lvl="1"/>
            <a:r>
              <a:t/>
            </a:r>
          </a:p>
          <a:p>
            <a:pPr lvl="2"/>
            <a:r>
              <a:t/>
            </a:r>
          </a:p>
          <a:p>
            <a:pPr lvl="3"/>
            <a:r>
              <a:t/>
            </a:r>
          </a:p>
          <a:p>
            <a:pPr lvl="4"/>
            <a:r>
              <a:t/>
            </a:r>
          </a:p>
        </p:txBody>
      </p:sp>
      <p:sp>
        <p:nvSpPr>
          <p:cNvPr id="237" name="Title Text"/>
          <p:cNvSpPr txBox="1"/>
          <p:nvPr>
            <p:ph type="title"/>
          </p:nvPr>
        </p:nvSpPr>
        <p:spPr>
          <a:xfrm>
            <a:off x="4149138" y="1529685"/>
            <a:ext cx="3924936" cy="1695638"/>
          </a:xfrm>
          <a:prstGeom prst="rect">
            <a:avLst/>
          </a:prstGeom>
        </p:spPr>
        <p:txBody>
          <a:bodyPr/>
          <a:lstStyle>
            <a:lvl1pPr>
              <a:spcBef>
                <a:spcPts val="1000"/>
              </a:spcBef>
              <a:defRPr b="1" sz="4800">
                <a:solidFill>
                  <a:srgbClr val="FFFFFF"/>
                </a:solidFill>
              </a:defRPr>
            </a:lvl1pPr>
          </a:lstStyle>
          <a:p>
            <a:pPr/>
            <a:r>
              <a:t>Title Text</a:t>
            </a:r>
          </a:p>
        </p:txBody>
      </p:sp>
      <p:sp>
        <p:nvSpPr>
          <p:cNvPr id="238" name="Slide Number"/>
          <p:cNvSpPr txBox="1"/>
          <p:nvPr>
            <p:ph type="sldNum" sz="quarter" idx="2"/>
          </p:nvPr>
        </p:nvSpPr>
        <p:spPr>
          <a:xfrm>
            <a:off x="5892800" y="6172200"/>
            <a:ext cx="2844800" cy="368301"/>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grpSp>
        <p:nvGrpSpPr>
          <p:cNvPr id="12" name="Group 43"/>
          <p:cNvGrpSpPr/>
          <p:nvPr/>
        </p:nvGrpSpPr>
        <p:grpSpPr>
          <a:xfrm>
            <a:off x="-1" y="-8467"/>
            <a:ext cx="12192001" cy="6866468"/>
            <a:chOff x="0" y="0"/>
            <a:chExt cx="12192000" cy="6866467"/>
          </a:xfrm>
        </p:grpSpPr>
        <p:sp>
          <p:nvSpPr>
            <p:cNvPr id="2" name="Straight Connector 19"/>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3" name="Straight Connector 20"/>
            <p:cNvSpPr/>
            <p:nvPr/>
          </p:nvSpPr>
          <p:spPr>
            <a:xfrm flipH="1">
              <a:off x="7425266" y="3689880"/>
              <a:ext cx="4763559" cy="3176587"/>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4" name="Rectangle 23"/>
            <p:cNvSpPr/>
            <p:nvPr/>
          </p:nvSpPr>
          <p:spPr>
            <a:xfrm>
              <a:off x="9181476" y="0"/>
              <a:ext cx="3007349"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pPr/>
            </a:p>
          </p:txBody>
        </p:sp>
        <p:sp>
          <p:nvSpPr>
            <p:cNvPr id="5" name="Rectangle 25"/>
            <p:cNvSpPr/>
            <p:nvPr/>
          </p:nvSpPr>
          <p:spPr>
            <a:xfrm>
              <a:off x="9603441" y="0"/>
              <a:ext cx="2588559"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pPr/>
            </a:p>
          </p:txBody>
        </p:sp>
        <p:sp>
          <p:nvSpPr>
            <p:cNvPr id="6" name="Isosceles Triangle 23"/>
            <p:cNvSpPr/>
            <p:nvPr/>
          </p:nvSpPr>
          <p:spPr>
            <a:xfrm>
              <a:off x="8932333" y="3056466"/>
              <a:ext cx="3259667" cy="381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7" name="Rectangle 27"/>
            <p:cNvSpPr/>
            <p:nvPr/>
          </p:nvSpPr>
          <p:spPr>
            <a:xfrm>
              <a:off x="9334500" y="0"/>
              <a:ext cx="2854326" cy="6866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pPr/>
            </a:p>
          </p:txBody>
        </p:sp>
        <p:sp>
          <p:nvSpPr>
            <p:cNvPr id="8"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pPr/>
            </a:p>
          </p:txBody>
        </p:sp>
        <p:sp>
          <p:nvSpPr>
            <p:cNvPr id="9" name="Rectangle 29"/>
            <p:cNvSpPr/>
            <p:nvPr/>
          </p:nvSpPr>
          <p:spPr>
            <a:xfrm>
              <a:off x="10938998" y="0"/>
              <a:ext cx="1249826"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pPr/>
            </a:p>
          </p:txBody>
        </p:sp>
        <p:sp>
          <p:nvSpPr>
            <p:cNvPr id="10" name="Isosceles Triangle 27"/>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11" name="Isosceles Triangle 18"/>
            <p:cNvSpPr/>
            <p:nvPr/>
          </p:nvSpPr>
          <p:spPr>
            <a:xfrm>
              <a:off x="-1" y="4021666"/>
              <a:ext cx="448734" cy="2844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0"/>
                  </a:lnTo>
                  <a:lnTo>
                    <a:pt x="21600" y="21600"/>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pPr/>
            </a:p>
          </p:txBody>
        </p:sp>
      </p:grpSp>
      <p:sp>
        <p:nvSpPr>
          <p:cNvPr id="13" name="Date Placeholder 3"/>
          <p:cNvSpPr txBox="1"/>
          <p:nvPr/>
        </p:nvSpPr>
        <p:spPr>
          <a:xfrm>
            <a:off x="706115" y="6439548"/>
            <a:ext cx="2651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defTabSz="914400">
              <a:defRPr sz="1100">
                <a:solidFill>
                  <a:schemeClr val="accent2"/>
                </a:solidFill>
              </a:defRPr>
            </a:lvl1pPr>
          </a:lstStyle>
          <a:p>
            <a:pPr/>
            <a:r>
              <a:t>9/3/2026</a:t>
            </a:r>
          </a:p>
        </p:txBody>
      </p:sp>
      <p:sp>
        <p:nvSpPr>
          <p:cNvPr id="14" name="Footer Placeholder 4"/>
          <p:cNvSpPr txBox="1"/>
          <p:nvPr/>
        </p:nvSpPr>
        <p:spPr>
          <a:xfrm>
            <a:off x="1491245" y="6439548"/>
            <a:ext cx="40233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defTabSz="914400">
              <a:defRPr b="1" sz="1100">
                <a:solidFill>
                  <a:schemeClr val="accent2"/>
                </a:solidFill>
              </a:defRPr>
            </a:lvl1pPr>
          </a:lstStyle>
          <a:p>
            <a:pPr/>
            <a:r>
              <a:t>Annual Review</a:t>
            </a:r>
          </a:p>
        </p:txBody>
      </p:sp>
      <p:sp>
        <p:nvSpPr>
          <p:cNvPr id="15" name="Slide Number"/>
          <p:cNvSpPr txBox="1"/>
          <p:nvPr>
            <p:ph type="sldNum" sz="quarter" idx="2"/>
          </p:nvPr>
        </p:nvSpPr>
        <p:spPr>
          <a:xfrm>
            <a:off x="11297876" y="6439548"/>
            <a:ext cx="250662" cy="243841"/>
          </a:xfrm>
          <a:prstGeom prst="rect">
            <a:avLst/>
          </a:prstGeom>
          <a:ln w="12700">
            <a:miter lim="400000"/>
          </a:ln>
        </p:spPr>
        <p:txBody>
          <a:bodyPr wrap="none" lIns="45719" rIns="45719" anchor="ctr">
            <a:spAutoFit/>
          </a:bodyPr>
          <a:lstStyle>
            <a:lvl1pPr algn="r" defTabSz="914400">
              <a:defRPr sz="1100">
                <a:solidFill>
                  <a:schemeClr val="accent4"/>
                </a:solidFill>
              </a:defRPr>
            </a:lvl1pPr>
          </a:lstStyle>
          <a:p>
            <a:pPr/>
            <a:fld id="{86CB4B4D-7CA3-9044-876B-883B54F8677D}" type="slidenum"/>
          </a:p>
        </p:txBody>
      </p:sp>
      <p:sp>
        <p:nvSpPr>
          <p:cNvPr id="16" name="Title Text"/>
          <p:cNvSpPr txBox="1"/>
          <p:nvPr>
            <p:ph type="title"/>
          </p:nvPr>
        </p:nvSpPr>
        <p:spPr>
          <a:xfrm>
            <a:off x="609600" y="274637"/>
            <a:ext cx="109728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17"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1pPr>
      <a:lvl2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2pPr>
      <a:lvl3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3pPr>
      <a:lvl4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4pPr>
      <a:lvl5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5pPr>
      <a:lvl6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6pPr>
      <a:lvl7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7pPr>
      <a:lvl8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8pPr>
      <a:lvl9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9pPr>
    </p:titleStyle>
    <p:bodyStyle>
      <a:lvl1pPr marL="3429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1pPr>
      <a:lvl2pPr marL="778668" marR="0" indent="-321468"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2pPr>
      <a:lvl3pPr marL="1208314" marR="0" indent="-293914"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3pPr>
      <a:lvl4pPr marL="17145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4pPr>
      <a:lvl5pPr marL="21717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5pPr>
      <a:lvl6pPr marL="26289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6pPr>
      <a:lvl7pPr marL="30861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7pPr>
      <a:lvl8pPr marL="35433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8pPr>
      <a:lvl9pPr marL="40005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1pPr>
      <a:lvl2pPr marL="0" marR="0" indent="457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2pPr>
      <a:lvl3pPr marL="0" marR="0" indent="914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1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hyperlink" Target="https://github.com/Poojanpatel12/Seasonal-Agriculture-Performance-Analysis"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8" name="Text Placeholder 1"/>
          <p:cNvSpPr txBox="1"/>
          <p:nvPr>
            <p:ph type="body" sz="quarter" idx="1"/>
          </p:nvPr>
        </p:nvSpPr>
        <p:spPr>
          <a:xfrm>
            <a:off x="2778226" y="3501326"/>
            <a:ext cx="4998721" cy="861498"/>
          </a:xfrm>
          <a:prstGeom prst="rect">
            <a:avLst/>
          </a:prstGeom>
        </p:spPr>
        <p:txBody>
          <a:bodyPr/>
          <a:lstStyle/>
          <a:p>
            <a:pPr algn="ctr" defTabSz="406908">
              <a:spcBef>
                <a:spcPts val="800"/>
              </a:spcBef>
              <a:defRPr b="0" sz="1779">
                <a:solidFill>
                  <a:srgbClr val="000000"/>
                </a:solidFill>
              </a:defRPr>
            </a:pPr>
            <a:r>
              <a:rPr cap="all" sz="1869"/>
              <a:t>Patel Poojan Tusharbhai</a:t>
            </a:r>
            <a:r>
              <a:t>  </a:t>
            </a:r>
          </a:p>
          <a:p>
            <a:pPr algn="r" defTabSz="406908">
              <a:spcBef>
                <a:spcPts val="800"/>
              </a:spcBef>
              <a:defRPr b="0" sz="1779">
                <a:solidFill>
                  <a:srgbClr val="000000"/>
                </a:solidFill>
              </a:defRPr>
            </a:pPr>
            <a:r>
              <a:t>College Name-  Gujarat Technological University </a:t>
            </a:r>
          </a:p>
        </p:txBody>
      </p:sp>
      <p:sp>
        <p:nvSpPr>
          <p:cNvPr id="249" name="Title 3"/>
          <p:cNvSpPr txBox="1"/>
          <p:nvPr>
            <p:ph type="title"/>
          </p:nvPr>
        </p:nvSpPr>
        <p:spPr>
          <a:xfrm>
            <a:off x="1948119" y="2635118"/>
            <a:ext cx="7842902" cy="743449"/>
          </a:xfrm>
          <a:prstGeom prst="rect">
            <a:avLst/>
          </a:prstGeom>
        </p:spPr>
        <p:txBody>
          <a:bodyPr/>
          <a:lstStyle>
            <a:lvl1pPr algn="ctr" defTabSz="333756">
              <a:defRPr b="1" sz="3285">
                <a:latin typeface="Times Roman"/>
                <a:ea typeface="Times Roman"/>
                <a:cs typeface="Times Roman"/>
                <a:sym typeface="Times Roman"/>
              </a:defRPr>
            </a:lvl1pPr>
          </a:lstStyle>
          <a:p>
            <a:pPr/>
            <a:r>
              <a:t>Seasonal Agriculture Performance Analysis</a:t>
            </a:r>
          </a:p>
        </p:txBody>
      </p:sp>
      <p:pic>
        <p:nvPicPr>
          <p:cNvPr id="250" name="Picture 5" descr="Picture 5"/>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51" name="TextBox 2"/>
          <p:cNvSpPr txBox="1"/>
          <p:nvPr/>
        </p:nvSpPr>
        <p:spPr>
          <a:xfrm>
            <a:off x="2901963" y="4485583"/>
            <a:ext cx="4751247"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lvl1pPr>
          </a:lstStyle>
          <a:p>
            <a:pPr/>
            <a:r>
              <a:t>AICTE STU ID : STU685cbf7a6bba61750908794</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 grpId="1" fill="hold">
                                  <p:stCondLst>
                                    <p:cond delay="0"/>
                                  </p:stCondLst>
                                  <p:iterate type="el" backwards="0">
                                    <p:tmAbs val="0"/>
                                  </p:iterate>
                                  <p:childTnLst>
                                    <p:set>
                                      <p:cBhvr>
                                        <p:cTn id="6" fill="hold"/>
                                        <p:tgtEl>
                                          <p:spTgt spid="249"/>
                                        </p:tgtEl>
                                        <p:attrNameLst>
                                          <p:attrName>style.visibility</p:attrName>
                                        </p:attrNameLst>
                                      </p:cBhvr>
                                      <p:to>
                                        <p:strVal val="visible"/>
                                      </p:to>
                                    </p:set>
                                    <p:anim calcmode="lin" valueType="num">
                                      <p:cBhvr>
                                        <p:cTn id="7" dur="1822" fill="hold"/>
                                        <p:tgtEl>
                                          <p:spTgt spid="249"/>
                                        </p:tgtEl>
                                        <p:attrNameLst>
                                          <p:attrName>ppt_x</p:attrName>
                                        </p:attrNameLst>
                                      </p:cBhvr>
                                      <p:tavLst>
                                        <p:tav tm="0">
                                          <p:val>
                                            <p:strVal val="#ppt_x"/>
                                          </p:val>
                                        </p:tav>
                                        <p:tav tm="100000">
                                          <p:val>
                                            <p:strVal val="#ppt_x"/>
                                          </p:val>
                                        </p:tav>
                                      </p:tavLst>
                                    </p:anim>
                                    <p:anim calcmode="lin" valueType="num">
                                      <p:cBhvr>
                                        <p:cTn id="8" dur="1822" fill="hold"/>
                                        <p:tgtEl>
                                          <p:spTgt spid="2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248">
                                            <p:bg/>
                                          </p:spTgt>
                                        </p:tgtEl>
                                        <p:attrNameLst>
                                          <p:attrName>style.visibility</p:attrName>
                                        </p:attrNameLst>
                                      </p:cBhvr>
                                      <p:to>
                                        <p:strVal val="visible"/>
                                      </p:to>
                                    </p:set>
                                    <p:animEffect filter="fade" transition="in">
                                      <p:cBhvr>
                                        <p:cTn id="13" dur="500"/>
                                        <p:tgtEl>
                                          <p:spTgt spid="248">
                                            <p:bg/>
                                          </p:spTgt>
                                        </p:tgtEl>
                                      </p:cBhvr>
                                    </p:animEffect>
                                  </p:childTnLst>
                                </p:cTn>
                              </p:par>
                              <p:par>
                                <p:cTn id="14" presetClass="entr" nodeType="withEffect" presetSubtype="0" presetID="10" grpId="2" fill="hold">
                                  <p:stCondLst>
                                    <p:cond delay="0"/>
                                  </p:stCondLst>
                                  <p:iterate type="el" backwards="0">
                                    <p:tmAbs val="0"/>
                                  </p:iterate>
                                  <p:childTnLst>
                                    <p:set>
                                      <p:cBhvr>
                                        <p:cTn id="15" fill="hold"/>
                                        <p:tgtEl>
                                          <p:spTgt spid="248">
                                            <p:txEl>
                                              <p:pRg st="0" end="0"/>
                                            </p:txEl>
                                          </p:spTgt>
                                        </p:tgtEl>
                                        <p:attrNameLst>
                                          <p:attrName>style.visibility</p:attrName>
                                        </p:attrNameLst>
                                      </p:cBhvr>
                                      <p:to>
                                        <p:strVal val="visible"/>
                                      </p:to>
                                    </p:set>
                                    <p:animEffect filter="fade" transition="in">
                                      <p:cBhvr>
                                        <p:cTn id="16" dur="500"/>
                                        <p:tgtEl>
                                          <p:spTgt spid="24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2" fill="hold">
                                  <p:stCondLst>
                                    <p:cond delay="0"/>
                                  </p:stCondLst>
                                  <p:iterate type="el" backwards="0">
                                    <p:tmAbs val="0"/>
                                  </p:iterate>
                                  <p:childTnLst>
                                    <p:set>
                                      <p:cBhvr>
                                        <p:cTn id="20" fill="hold"/>
                                        <p:tgtEl>
                                          <p:spTgt spid="248">
                                            <p:txEl>
                                              <p:pRg st="1" end="1"/>
                                            </p:txEl>
                                          </p:spTgt>
                                        </p:tgtEl>
                                        <p:attrNameLst>
                                          <p:attrName>style.visibility</p:attrName>
                                        </p:attrNameLst>
                                      </p:cBhvr>
                                      <p:to>
                                        <p:strVal val="visible"/>
                                      </p:to>
                                    </p:set>
                                    <p:animEffect filter="fade" transition="in">
                                      <p:cBhvr>
                                        <p:cTn id="21" dur="500"/>
                                        <p:tgtEl>
                                          <p:spTgt spid="24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48" grpId="2"/>
      <p:bldP build="whole" bldLvl="1" animBg="1" rev="0" advAuto="0" spid="249"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 Placeholder 1"/>
          <p:cNvSpPr txBox="1"/>
          <p:nvPr>
            <p:ph type="body" sz="half" idx="1"/>
          </p:nvPr>
        </p:nvSpPr>
        <p:spPr>
          <a:xfrm>
            <a:off x="907437" y="2162235"/>
            <a:ext cx="6995605" cy="4143161"/>
          </a:xfrm>
          <a:prstGeom prst="rect">
            <a:avLst/>
          </a:prstGeom>
        </p:spPr>
        <p:txBody>
          <a:bodyPr/>
          <a:lstStyle>
            <a:lvl1pPr marL="342899" indent="-342899" algn="just">
              <a:lnSpc>
                <a:spcPct val="80000"/>
              </a:lnSpc>
              <a:defRPr sz="1900">
                <a:latin typeface="Times New Roman"/>
                <a:ea typeface="Times New Roman"/>
                <a:cs typeface="Times New Roman"/>
                <a:sym typeface="Times New Roman"/>
              </a:defRPr>
            </a:lvl1pPr>
          </a:lstStyle>
          <a:p>
            <a:pPr/>
            <a: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p:txBody>
      </p:sp>
      <p:sp>
        <p:nvSpPr>
          <p:cNvPr id="255" name="Title 3"/>
          <p:cNvSpPr txBox="1"/>
          <p:nvPr>
            <p:ph type="title"/>
          </p:nvPr>
        </p:nvSpPr>
        <p:spPr>
          <a:xfrm>
            <a:off x="754602" y="550416"/>
            <a:ext cx="6995605" cy="790113"/>
          </a:xfrm>
          <a:prstGeom prst="rect">
            <a:avLst/>
          </a:prstGeom>
        </p:spPr>
        <p:txBody>
          <a:bodyPr/>
          <a:lstStyle>
            <a:lvl1pPr>
              <a:defRPr sz="4300"/>
            </a:lvl1pPr>
          </a:lstStyle>
          <a:p>
            <a:pPr/>
            <a:r>
              <a:t>PROBLEM  STATEMENT</a:t>
            </a:r>
          </a:p>
        </p:txBody>
      </p:sp>
      <p:pic>
        <p:nvPicPr>
          <p:cNvPr id="256" name="Picture 4" descr="Picture 4"/>
          <p:cNvPicPr>
            <a:picLocks noChangeAspect="1"/>
          </p:cNvPicPr>
          <p:nvPr/>
        </p:nvPicPr>
        <p:blipFill>
          <a:blip r:embed="rId2">
            <a:extLst/>
          </a:blip>
          <a:stretch>
            <a:fillRect/>
          </a:stretch>
        </p:blipFill>
        <p:spPr>
          <a:xfrm>
            <a:off x="7995684" y="2930834"/>
            <a:ext cx="2760759" cy="3264409"/>
          </a:xfrm>
          <a:prstGeom prst="rect">
            <a:avLst/>
          </a:prstGeom>
          <a:ln w="12700">
            <a:miter lim="400000"/>
          </a:ln>
        </p:spPr>
      </p:pic>
      <p:pic>
        <p:nvPicPr>
          <p:cNvPr id="257" name="Picture 5" descr="Picture 5"/>
          <p:cNvPicPr>
            <a:picLocks noChangeAspect="1"/>
          </p:cNvPicPr>
          <p:nvPr/>
        </p:nvPicPr>
        <p:blipFill>
          <a:blip r:embed="rId3">
            <a:extLst/>
          </a:blip>
          <a:srcRect l="0" t="96180" r="0" b="0"/>
          <a:stretch>
            <a:fillRect/>
          </a:stretch>
        </p:blipFill>
        <p:spPr>
          <a:xfrm>
            <a:off x="675956" y="6471919"/>
            <a:ext cx="2143126" cy="19304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55"/>
                                        </p:tgtEl>
                                        <p:attrNameLst>
                                          <p:attrName>style.visibility</p:attrName>
                                        </p:attrNameLst>
                                      </p:cBhvr>
                                      <p:to>
                                        <p:strVal val="visible"/>
                                      </p:to>
                                    </p:set>
                                    <p:anim calcmode="lin" valueType="num">
                                      <p:cBhvr>
                                        <p:cTn id="7" dur="500" fill="hold"/>
                                        <p:tgtEl>
                                          <p:spTgt spid="255"/>
                                        </p:tgtEl>
                                        <p:attrNameLst>
                                          <p:attrName>ppt_w</p:attrName>
                                        </p:attrNameLst>
                                      </p:cBhvr>
                                      <p:tavLst>
                                        <p:tav tm="0">
                                          <p:val>
                                            <p:fltVal val="0"/>
                                          </p:val>
                                        </p:tav>
                                        <p:tav tm="100000">
                                          <p:val>
                                            <p:strVal val="#ppt_w"/>
                                          </p:val>
                                        </p:tav>
                                      </p:tavLst>
                                    </p:anim>
                                    <p:anim calcmode="lin" valueType="num">
                                      <p:cBhvr>
                                        <p:cTn id="8" dur="500" fill="hold"/>
                                        <p:tgtEl>
                                          <p:spTgt spid="25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54">
                                            <p:bg/>
                                          </p:spTgt>
                                        </p:tgtEl>
                                        <p:attrNameLst>
                                          <p:attrName>style.visibility</p:attrName>
                                        </p:attrNameLst>
                                      </p:cBhvr>
                                      <p:to>
                                        <p:strVal val="visible"/>
                                      </p:to>
                                    </p:set>
                                    <p:anim calcmode="lin" valueType="num">
                                      <p:cBhvr>
                                        <p:cTn id="13" dur="1000" fill="hold"/>
                                        <p:tgtEl>
                                          <p:spTgt spid="254">
                                            <p:bg/>
                                          </p:spTgt>
                                        </p:tgtEl>
                                        <p:attrNameLst>
                                          <p:attrName>ppt_x</p:attrName>
                                        </p:attrNameLst>
                                      </p:cBhvr>
                                      <p:tavLst>
                                        <p:tav tm="0">
                                          <p:val>
                                            <p:strVal val="#ppt_x"/>
                                          </p:val>
                                        </p:tav>
                                        <p:tav tm="100000">
                                          <p:val>
                                            <p:strVal val="#ppt_x"/>
                                          </p:val>
                                        </p:tav>
                                      </p:tavLst>
                                    </p:anim>
                                    <p:anim calcmode="lin" valueType="num">
                                      <p:cBhvr>
                                        <p:cTn id="14" dur="1000" fill="hold"/>
                                        <p:tgtEl>
                                          <p:spTgt spid="254">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254">
                                            <p:txEl>
                                              <p:pRg st="0" end="0"/>
                                            </p:txEl>
                                          </p:spTgt>
                                        </p:tgtEl>
                                        <p:attrNameLst>
                                          <p:attrName>style.visibility</p:attrName>
                                        </p:attrNameLst>
                                      </p:cBhvr>
                                      <p:to>
                                        <p:strVal val="visible"/>
                                      </p:to>
                                    </p:set>
                                    <p:anim calcmode="lin" valueType="num">
                                      <p:cBhvr>
                                        <p:cTn id="17" dur="1000" fill="hold"/>
                                        <p:tgtEl>
                                          <p:spTgt spid="254">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5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5" grpId="1"/>
      <p:bldP build="p" bldLvl="1" animBg="1" rev="0" advAuto="0" spid="254" grpId="2"/>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0" name="Title 2"/>
          <p:cNvSpPr txBox="1"/>
          <p:nvPr>
            <p:ph type="title"/>
          </p:nvPr>
        </p:nvSpPr>
        <p:spPr>
          <a:xfrm>
            <a:off x="683912" y="339377"/>
            <a:ext cx="9861672" cy="6555469"/>
          </a:xfrm>
          <a:prstGeom prst="rect">
            <a:avLst/>
          </a:prstGeom>
        </p:spPr>
        <p:txBody>
          <a:bodyPr/>
          <a:lstStyle/>
          <a:p>
            <a:pPr algn="just" defTabSz="182880">
              <a:defRPr sz="1800">
                <a:latin typeface="Times New Roman"/>
                <a:ea typeface="Times New Roman"/>
                <a:cs typeface="Times New Roman"/>
                <a:sym typeface="Times New Roman"/>
              </a:defRPr>
            </a:pPr>
            <a:r>
              <a:t>Project Description</a:t>
            </a:r>
          </a:p>
          <a:p>
            <a:pPr algn="just" defTabSz="182880">
              <a:defRPr sz="1640">
                <a:latin typeface="Times New Roman"/>
                <a:ea typeface="Times New Roman"/>
                <a:cs typeface="Times New Roman"/>
                <a:sym typeface="Times New Roman"/>
              </a:defRPr>
            </a:pPr>
            <a:r>
              <a:t> </a:t>
            </a:r>
          </a:p>
          <a:p>
            <a:pPr marL="91440" indent="-91440" algn="just" defTabSz="182880">
              <a:lnSpc>
                <a:spcPct val="150000"/>
              </a:lnSpc>
              <a:spcBef>
                <a:spcPts val="400"/>
              </a:spcBef>
              <a:buSzPct val="80000"/>
              <a:defRPr b="0" sz="1640">
                <a:latin typeface="Times New Roman"/>
                <a:ea typeface="Times New Roman"/>
                <a:cs typeface="Times New Roman"/>
                <a:sym typeface="Times New Roman"/>
              </a:defRPr>
            </a:pPr>
            <a:r>
              <a:t>   The </a:t>
            </a:r>
            <a:r>
              <a:rPr b="1"/>
              <a:t>Seasonal Agriculture Performance Analysis</a:t>
            </a:r>
            <a:r>
              <a:t> project analyzes agricultural data to understand how farming performance varies across different seasons, crops, and geographical regions.</a:t>
            </a:r>
          </a:p>
          <a:p>
            <a:pPr marL="160421" indent="-160421" algn="just" defTabSz="182880">
              <a:lnSpc>
                <a:spcPct val="150000"/>
              </a:lnSpc>
              <a:spcBef>
                <a:spcPts val="400"/>
              </a:spcBef>
              <a:buSzPct val="60000"/>
              <a:defRPr sz="1640">
                <a:latin typeface="Times New Roman"/>
                <a:ea typeface="Times New Roman"/>
                <a:cs typeface="Times New Roman"/>
                <a:sym typeface="Times New Roman"/>
              </a:defRPr>
            </a:pPr>
            <a:r>
              <a:t>   </a:t>
            </a:r>
            <a:r>
              <a:rPr b="0"/>
              <a:t>The dataset contains information on </a:t>
            </a:r>
            <a:r>
              <a:t>Kharif, Rabi, and Zaid seasons</a:t>
            </a:r>
            <a:r>
              <a:rPr b="0"/>
              <a:t> and covers crops such as </a:t>
            </a:r>
            <a:r>
              <a:t>Wheat, Rice, Maize, Pulses, Cotton, Chilli, Groundnut, and Sugarcane</a:t>
            </a:r>
            <a:r>
              <a:rPr b="0"/>
              <a:t> across different states.</a:t>
            </a:r>
            <a:endParaRPr b="0"/>
          </a:p>
          <a:p>
            <a:pPr marL="91440" indent="-91440" algn="just" defTabSz="182880">
              <a:lnSpc>
                <a:spcPct val="150000"/>
              </a:lnSpc>
              <a:spcBef>
                <a:spcPts val="400"/>
              </a:spcBef>
              <a:buSzPct val="100000"/>
              <a:defRPr b="0" sz="1640">
                <a:latin typeface="Times New Roman"/>
                <a:ea typeface="Times New Roman"/>
                <a:cs typeface="Times New Roman"/>
                <a:sym typeface="Times New Roman"/>
              </a:defRPr>
            </a:pPr>
            <a:r>
              <a:t>   The project analyzes various factors, including:</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Environmental conditions</a:t>
            </a:r>
            <a:r>
              <a:t> such as rainfall, temperature, humidity, and sunlight</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Soil conditions</a:t>
            </a:r>
            <a:r>
              <a:t> such as soil pH and soil moisture</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Farming inputs</a:t>
            </a:r>
            <a:r>
              <a:t> such as nitrogen, phosphorus, potassium, fertilizers, and pesticides</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Irrigation methods</a:t>
            </a:r>
            <a:r>
              <a:t> including Drip, Flood, Rainfed, and Sprinkler</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Crop performance</a:t>
            </a:r>
            <a:r>
              <a:t> through yield and total production</a:t>
            </a:r>
          </a:p>
          <a:p>
            <a:pPr marL="182880" indent="-127000" algn="just" defTabSz="182880">
              <a:lnSpc>
                <a:spcPct val="150000"/>
              </a:lnSpc>
              <a:buSzPct val="100000"/>
              <a:buFont typeface="Times Roman"/>
              <a:defRPr b="0" sz="1640">
                <a:latin typeface="Times New Roman"/>
                <a:ea typeface="Times New Roman"/>
                <a:cs typeface="Times New Roman"/>
                <a:sym typeface="Times New Roman"/>
              </a:defRPr>
            </a:pPr>
            <a:r>
              <a:rPr b="1"/>
              <a:t>Economic performance</a:t>
            </a:r>
            <a:r>
              <a:t> through market price, cost, revenue, and profit</a:t>
            </a:r>
          </a:p>
          <a:p>
            <a:pPr marL="182880" indent="-127000" algn="just" defTabSz="182880">
              <a:lnSpc>
                <a:spcPct val="150000"/>
              </a:lnSpc>
              <a:buSzPct val="100000"/>
              <a:buFont typeface="Times Roman"/>
              <a:defRPr sz="1640">
                <a:latin typeface="Times New Roman"/>
                <a:ea typeface="Times New Roman"/>
                <a:cs typeface="Times New Roman"/>
                <a:sym typeface="Times New Roman"/>
              </a:defRPr>
            </a:pPr>
            <a:r>
              <a:t>Water usage and water efficiency</a:t>
            </a:r>
            <a:endParaRPr b="0"/>
          </a:p>
          <a:p>
            <a:pPr marL="182880" indent="-127000" algn="just" defTabSz="182880">
              <a:lnSpc>
                <a:spcPct val="150000"/>
              </a:lnSpc>
              <a:buSzPct val="100000"/>
              <a:buFont typeface="Times Roman"/>
              <a:defRPr sz="1640">
                <a:latin typeface="Times New Roman"/>
                <a:ea typeface="Times New Roman"/>
                <a:cs typeface="Times New Roman"/>
                <a:sym typeface="Times New Roman"/>
              </a:defRPr>
            </a:pPr>
            <a:r>
              <a:t>Disease and pest risk</a:t>
            </a:r>
            <a:endParaRPr b="0"/>
          </a:p>
          <a:p>
            <a:pPr marL="182880" indent="-127000" algn="just" defTabSz="182880">
              <a:lnSpc>
                <a:spcPct val="150000"/>
              </a:lnSpc>
              <a:buSzPct val="100000"/>
              <a:buFont typeface="Times Roman"/>
              <a:defRPr sz="1640">
                <a:latin typeface="Times New Roman"/>
                <a:ea typeface="Times New Roman"/>
                <a:cs typeface="Times New Roman"/>
                <a:sym typeface="Times New Roman"/>
              </a:defRPr>
            </a:pPr>
            <a:r>
              <a:t>Seed quality and farm area</a:t>
            </a:r>
            <a:endParaRPr b="0"/>
          </a:p>
          <a:p>
            <a:pPr algn="just" defTabSz="182880">
              <a:defRPr sz="1640">
                <a:latin typeface="Times New Roman"/>
                <a:ea typeface="Times New Roman"/>
                <a:cs typeface="Times New Roman"/>
                <a:sym typeface="Times New Roman"/>
              </a:defRPr>
            </a:pPr>
            <a:br/>
          </a:p>
          <a:p>
            <a:pPr algn="just" defTabSz="182880">
              <a:defRPr sz="1640">
                <a:latin typeface="Times New Roman"/>
                <a:ea typeface="Times New Roman"/>
                <a:cs typeface="Times New Roman"/>
                <a:sym typeface="Times New Roman"/>
              </a:defRPr>
            </a:pPr>
            <a:r>
              <a:t> </a:t>
            </a:r>
            <a:br/>
          </a:p>
        </p:txBody>
      </p:sp>
      <p:pic>
        <p:nvPicPr>
          <p:cNvPr id="261" name="Picture 4" descr="Picture 4"/>
          <p:cNvPicPr>
            <a:picLocks noChangeAspect="1"/>
          </p:cNvPicPr>
          <p:nvPr/>
        </p:nvPicPr>
        <p:blipFill>
          <a:blip r:embed="rId2">
            <a:extLst/>
          </a:blip>
          <a:srcRect l="0" t="96180" r="0" b="0"/>
          <a:stretch>
            <a:fillRect/>
          </a:stretch>
        </p:blipFill>
        <p:spPr>
          <a:xfrm>
            <a:off x="675956" y="6471919"/>
            <a:ext cx="2143126" cy="193041"/>
          </a:xfrm>
          <a:prstGeom prst="rect">
            <a:avLst/>
          </a:prstGeom>
          <a:ln w="12700">
            <a:miter lim="400000"/>
          </a:ln>
        </p:spPr>
      </p:pic>
      <p:pic>
        <p:nvPicPr>
          <p:cNvPr id="262" name="Picture 5" descr="Picture 5"/>
          <p:cNvPicPr>
            <a:picLocks noChangeAspect="1"/>
          </p:cNvPicPr>
          <p:nvPr/>
        </p:nvPicPr>
        <p:blipFill>
          <a:blip r:embed="rId3">
            <a:extLst/>
          </a:blip>
          <a:stretch>
            <a:fillRect/>
          </a:stretch>
        </p:blipFill>
        <p:spPr>
          <a:xfrm>
            <a:off x="467359" y="6410461"/>
            <a:ext cx="3706253" cy="29609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60"/>
                                        </p:tgtEl>
                                        <p:attrNameLst>
                                          <p:attrName>style.visibility</p:attrName>
                                        </p:attrNameLst>
                                      </p:cBhvr>
                                      <p:to>
                                        <p:strVal val="visible"/>
                                      </p:to>
                                    </p:set>
                                    <p:anim calcmode="lin" valueType="num">
                                      <p:cBhvr>
                                        <p:cTn id="7" dur="500" fill="hold"/>
                                        <p:tgtEl>
                                          <p:spTgt spid="260"/>
                                        </p:tgtEl>
                                        <p:attrNameLst>
                                          <p:attrName>ppt_w</p:attrName>
                                        </p:attrNameLst>
                                      </p:cBhvr>
                                      <p:tavLst>
                                        <p:tav tm="0">
                                          <p:val>
                                            <p:fltVal val="0"/>
                                          </p:val>
                                        </p:tav>
                                        <p:tav tm="100000">
                                          <p:val>
                                            <p:strVal val="#ppt_w"/>
                                          </p:val>
                                        </p:tav>
                                      </p:tavLst>
                                    </p:anim>
                                    <p:anim calcmode="lin" valueType="num">
                                      <p:cBhvr>
                                        <p:cTn id="8" dur="500" fill="hold"/>
                                        <p:tgtEl>
                                          <p:spTgt spid="26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0"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5" name="Text Placeholder 1"/>
          <p:cNvSpPr txBox="1"/>
          <p:nvPr>
            <p:ph type="body" idx="1"/>
          </p:nvPr>
        </p:nvSpPr>
        <p:spPr>
          <a:xfrm>
            <a:off x="921227" y="1554789"/>
            <a:ext cx="7904482" cy="4344296"/>
          </a:xfrm>
          <a:prstGeom prst="rect">
            <a:avLst/>
          </a:prstGeom>
        </p:spPr>
        <p:txBody>
          <a:bodyPr/>
          <a:lstStyle/>
          <a:p>
            <a:pPr marL="0" indent="0" algn="just" defTabSz="452627">
              <a:spcBef>
                <a:spcPts val="1100"/>
              </a:spcBef>
              <a:buClrTx/>
              <a:buSzTx/>
              <a:buNone/>
              <a:defRPr sz="2079">
                <a:solidFill>
                  <a:srgbClr val="000000"/>
                </a:solidFill>
                <a:latin typeface="Times New Roman"/>
                <a:ea typeface="Times New Roman"/>
                <a:cs typeface="Times New Roman"/>
                <a:sym typeface="Times New Roman"/>
              </a:defRPr>
            </a:pPr>
            <a:r>
              <a:t>The analysis can be useful for:</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Farmers</a:t>
            </a:r>
            <a:r>
              <a:t> — To understand seasonal agricultural performance and improve farming decisions</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Agricultural Organisations</a:t>
            </a:r>
            <a:r>
              <a:t> — To analyse agricultural trends and performance</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Government and Policy Makers</a:t>
            </a:r>
            <a:r>
              <a:t> — To support evidence-based agricultural planning</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Agricultural Analysts</a:t>
            </a:r>
            <a:r>
              <a:t> — To study seasonal patterns and relationships</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Farm Management Teams</a:t>
            </a:r>
            <a:r>
              <a:t> — To improve resource allocation and seasonal planning</a:t>
            </a:r>
          </a:p>
          <a:p>
            <a:pPr marL="452627" indent="-314325" algn="just" defTabSz="452627">
              <a:spcBef>
                <a:spcPts val="0"/>
              </a:spcBef>
              <a:buClrTx/>
              <a:buSzPct val="100000"/>
              <a:buFont typeface="Times Roman"/>
              <a:buChar char="•"/>
              <a:defRPr sz="2079">
                <a:solidFill>
                  <a:srgbClr val="000000"/>
                </a:solidFill>
                <a:latin typeface="Times New Roman"/>
                <a:ea typeface="Times New Roman"/>
                <a:cs typeface="Times New Roman"/>
                <a:sym typeface="Times New Roman"/>
              </a:defRPr>
            </a:pPr>
            <a:r>
              <a:rPr b="1"/>
              <a:t>Researchers and Students</a:t>
            </a:r>
            <a:r>
              <a:t> — To study agricultural trends using data analytics</a:t>
            </a:r>
          </a:p>
        </p:txBody>
      </p:sp>
      <p:sp>
        <p:nvSpPr>
          <p:cNvPr id="266" name="Title 3"/>
          <p:cNvSpPr txBox="1"/>
          <p:nvPr>
            <p:ph type="title"/>
          </p:nvPr>
        </p:nvSpPr>
        <p:spPr>
          <a:xfrm>
            <a:off x="620007" y="876617"/>
            <a:ext cx="10046072" cy="802642"/>
          </a:xfrm>
          <a:prstGeom prst="rect">
            <a:avLst/>
          </a:prstGeom>
        </p:spPr>
        <p:txBody>
          <a:bodyPr/>
          <a:lstStyle>
            <a:lvl1pPr>
              <a:defRPr sz="3200"/>
            </a:lvl1pPr>
          </a:lstStyle>
          <a:p>
            <a:pPr/>
            <a:r>
              <a:t>WHO ARE THE END USERS?</a:t>
            </a:r>
          </a:p>
        </p:txBody>
      </p:sp>
      <p:pic>
        <p:nvPicPr>
          <p:cNvPr id="267" name="Picture 5" descr="Picture 5"/>
          <p:cNvPicPr>
            <a:picLocks noChangeAspect="1"/>
          </p:cNvPicPr>
          <p:nvPr/>
        </p:nvPicPr>
        <p:blipFill>
          <a:blip r:embed="rId2">
            <a:extLst/>
          </a:blip>
          <a:stretch>
            <a:fillRect/>
          </a:stretch>
        </p:blipFill>
        <p:spPr>
          <a:xfrm>
            <a:off x="721359" y="6176803"/>
            <a:ext cx="2181226" cy="48577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66"/>
                                        </p:tgtEl>
                                        <p:attrNameLst>
                                          <p:attrName>style.visibility</p:attrName>
                                        </p:attrNameLst>
                                      </p:cBhvr>
                                      <p:to>
                                        <p:strVal val="visible"/>
                                      </p:to>
                                    </p:set>
                                    <p:anim calcmode="lin" valueType="num">
                                      <p:cBhvr>
                                        <p:cTn id="7" dur="500" fill="hold"/>
                                        <p:tgtEl>
                                          <p:spTgt spid="266"/>
                                        </p:tgtEl>
                                        <p:attrNameLst>
                                          <p:attrName>ppt_w</p:attrName>
                                        </p:attrNameLst>
                                      </p:cBhvr>
                                      <p:tavLst>
                                        <p:tav tm="0">
                                          <p:val>
                                            <p:fltVal val="0"/>
                                          </p:val>
                                        </p:tav>
                                        <p:tav tm="100000">
                                          <p:val>
                                            <p:strVal val="#ppt_w"/>
                                          </p:val>
                                        </p:tav>
                                      </p:tavLst>
                                    </p:anim>
                                    <p:anim calcmode="lin" valueType="num">
                                      <p:cBhvr>
                                        <p:cTn id="8" dur="500" fill="hold"/>
                                        <p:tgtEl>
                                          <p:spTgt spid="26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65">
                                            <p:bg/>
                                          </p:spTgt>
                                        </p:tgtEl>
                                        <p:attrNameLst>
                                          <p:attrName>style.visibility</p:attrName>
                                        </p:attrNameLst>
                                      </p:cBhvr>
                                      <p:to>
                                        <p:strVal val="visible"/>
                                      </p:to>
                                    </p:set>
                                    <p:anim calcmode="lin" valueType="num">
                                      <p:cBhvr>
                                        <p:cTn id="13" dur="1000" fill="hold"/>
                                        <p:tgtEl>
                                          <p:spTgt spid="265">
                                            <p:bg/>
                                          </p:spTgt>
                                        </p:tgtEl>
                                        <p:attrNameLst>
                                          <p:attrName>ppt_x</p:attrName>
                                        </p:attrNameLst>
                                      </p:cBhvr>
                                      <p:tavLst>
                                        <p:tav tm="0">
                                          <p:val>
                                            <p:strVal val="#ppt_x"/>
                                          </p:val>
                                        </p:tav>
                                        <p:tav tm="100000">
                                          <p:val>
                                            <p:strVal val="#ppt_x"/>
                                          </p:val>
                                        </p:tav>
                                      </p:tavLst>
                                    </p:anim>
                                    <p:anim calcmode="lin" valueType="num">
                                      <p:cBhvr>
                                        <p:cTn id="14" dur="1000" fill="hold"/>
                                        <p:tgtEl>
                                          <p:spTgt spid="265">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265">
                                            <p:txEl>
                                              <p:pRg st="0" end="0"/>
                                            </p:txEl>
                                          </p:spTgt>
                                        </p:tgtEl>
                                        <p:attrNameLst>
                                          <p:attrName>style.visibility</p:attrName>
                                        </p:attrNameLst>
                                      </p:cBhvr>
                                      <p:to>
                                        <p:strVal val="visible"/>
                                      </p:to>
                                    </p:set>
                                    <p:anim calcmode="lin" valueType="num">
                                      <p:cBhvr>
                                        <p:cTn id="17" dur="1000" fill="hold"/>
                                        <p:tgtEl>
                                          <p:spTgt spid="265">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6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2" fill="hold">
                                  <p:stCondLst>
                                    <p:cond delay="0"/>
                                  </p:stCondLst>
                                  <p:iterate type="el" backwards="0">
                                    <p:tmAbs val="0"/>
                                  </p:iterate>
                                  <p:childTnLst>
                                    <p:set>
                                      <p:cBhvr>
                                        <p:cTn id="22" fill="hold"/>
                                        <p:tgtEl>
                                          <p:spTgt spid="265">
                                            <p:txEl>
                                              <p:pRg st="1" end="1"/>
                                            </p:txEl>
                                          </p:spTgt>
                                        </p:tgtEl>
                                        <p:attrNameLst>
                                          <p:attrName>style.visibility</p:attrName>
                                        </p:attrNameLst>
                                      </p:cBhvr>
                                      <p:to>
                                        <p:strVal val="visible"/>
                                      </p:to>
                                    </p:set>
                                    <p:anim calcmode="lin" valueType="num">
                                      <p:cBhvr>
                                        <p:cTn id="23" dur="1000" fill="hold"/>
                                        <p:tgtEl>
                                          <p:spTgt spid="265">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26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2" fill="hold">
                                  <p:stCondLst>
                                    <p:cond delay="0"/>
                                  </p:stCondLst>
                                  <p:iterate type="el" backwards="0">
                                    <p:tmAbs val="0"/>
                                  </p:iterate>
                                  <p:childTnLst>
                                    <p:set>
                                      <p:cBhvr>
                                        <p:cTn id="28" fill="hold"/>
                                        <p:tgtEl>
                                          <p:spTgt spid="265">
                                            <p:txEl>
                                              <p:pRg st="2" end="2"/>
                                            </p:txEl>
                                          </p:spTgt>
                                        </p:tgtEl>
                                        <p:attrNameLst>
                                          <p:attrName>style.visibility</p:attrName>
                                        </p:attrNameLst>
                                      </p:cBhvr>
                                      <p:to>
                                        <p:strVal val="visible"/>
                                      </p:to>
                                    </p:set>
                                    <p:anim calcmode="lin" valueType="num">
                                      <p:cBhvr>
                                        <p:cTn id="29" dur="1000" fill="hold"/>
                                        <p:tgtEl>
                                          <p:spTgt spid="26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6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4" presetID="2" grpId="2" fill="hold">
                                  <p:stCondLst>
                                    <p:cond delay="0"/>
                                  </p:stCondLst>
                                  <p:iterate type="el" backwards="0">
                                    <p:tmAbs val="0"/>
                                  </p:iterate>
                                  <p:childTnLst>
                                    <p:set>
                                      <p:cBhvr>
                                        <p:cTn id="34" fill="hold"/>
                                        <p:tgtEl>
                                          <p:spTgt spid="265">
                                            <p:txEl>
                                              <p:pRg st="3" end="3"/>
                                            </p:txEl>
                                          </p:spTgt>
                                        </p:tgtEl>
                                        <p:attrNameLst>
                                          <p:attrName>style.visibility</p:attrName>
                                        </p:attrNameLst>
                                      </p:cBhvr>
                                      <p:to>
                                        <p:strVal val="visible"/>
                                      </p:to>
                                    </p:set>
                                    <p:anim calcmode="lin" valueType="num">
                                      <p:cBhvr>
                                        <p:cTn id="35" dur="1000" fill="hold"/>
                                        <p:tgtEl>
                                          <p:spTgt spid="265">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6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4" presetID="2" grpId="2" fill="hold">
                                  <p:stCondLst>
                                    <p:cond delay="0"/>
                                  </p:stCondLst>
                                  <p:iterate type="el" backwards="0">
                                    <p:tmAbs val="0"/>
                                  </p:iterate>
                                  <p:childTnLst>
                                    <p:set>
                                      <p:cBhvr>
                                        <p:cTn id="40" fill="hold"/>
                                        <p:tgtEl>
                                          <p:spTgt spid="265">
                                            <p:txEl>
                                              <p:pRg st="4" end="4"/>
                                            </p:txEl>
                                          </p:spTgt>
                                        </p:tgtEl>
                                        <p:attrNameLst>
                                          <p:attrName>style.visibility</p:attrName>
                                        </p:attrNameLst>
                                      </p:cBhvr>
                                      <p:to>
                                        <p:strVal val="visible"/>
                                      </p:to>
                                    </p:set>
                                    <p:anim calcmode="lin" valueType="num">
                                      <p:cBhvr>
                                        <p:cTn id="41" dur="1000" fill="hold"/>
                                        <p:tgtEl>
                                          <p:spTgt spid="26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26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4" presetID="2" grpId="2" fill="hold">
                                  <p:stCondLst>
                                    <p:cond delay="0"/>
                                  </p:stCondLst>
                                  <p:iterate type="el" backwards="0">
                                    <p:tmAbs val="0"/>
                                  </p:iterate>
                                  <p:childTnLst>
                                    <p:set>
                                      <p:cBhvr>
                                        <p:cTn id="46" fill="hold"/>
                                        <p:tgtEl>
                                          <p:spTgt spid="265">
                                            <p:txEl>
                                              <p:pRg st="5" end="5"/>
                                            </p:txEl>
                                          </p:spTgt>
                                        </p:tgtEl>
                                        <p:attrNameLst>
                                          <p:attrName>style.visibility</p:attrName>
                                        </p:attrNameLst>
                                      </p:cBhvr>
                                      <p:to>
                                        <p:strVal val="visible"/>
                                      </p:to>
                                    </p:set>
                                    <p:anim calcmode="lin" valueType="num">
                                      <p:cBhvr>
                                        <p:cTn id="47" dur="1000" fill="hold"/>
                                        <p:tgtEl>
                                          <p:spTgt spid="265">
                                            <p:txEl>
                                              <p:pRg st="5" end="5"/>
                                            </p:txEl>
                                          </p:spTgt>
                                        </p:tgtEl>
                                        <p:attrNameLst>
                                          <p:attrName>ppt_x</p:attrName>
                                        </p:attrNameLst>
                                      </p:cBhvr>
                                      <p:tavLst>
                                        <p:tav tm="0">
                                          <p:val>
                                            <p:strVal val="#ppt_x"/>
                                          </p:val>
                                        </p:tav>
                                        <p:tav tm="100000">
                                          <p:val>
                                            <p:strVal val="#ppt_x"/>
                                          </p:val>
                                        </p:tav>
                                      </p:tavLst>
                                    </p:anim>
                                    <p:anim calcmode="lin" valueType="num">
                                      <p:cBhvr>
                                        <p:cTn id="48" dur="1000" fill="hold"/>
                                        <p:tgtEl>
                                          <p:spTgt spid="26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4" presetID="2" grpId="2" fill="hold">
                                  <p:stCondLst>
                                    <p:cond delay="0"/>
                                  </p:stCondLst>
                                  <p:iterate type="el" backwards="0">
                                    <p:tmAbs val="0"/>
                                  </p:iterate>
                                  <p:childTnLst>
                                    <p:set>
                                      <p:cBhvr>
                                        <p:cTn id="52" fill="hold"/>
                                        <p:tgtEl>
                                          <p:spTgt spid="265">
                                            <p:txEl>
                                              <p:pRg st="6" end="6"/>
                                            </p:txEl>
                                          </p:spTgt>
                                        </p:tgtEl>
                                        <p:attrNameLst>
                                          <p:attrName>style.visibility</p:attrName>
                                        </p:attrNameLst>
                                      </p:cBhvr>
                                      <p:to>
                                        <p:strVal val="visible"/>
                                      </p:to>
                                    </p:set>
                                    <p:anim calcmode="lin" valueType="num">
                                      <p:cBhvr>
                                        <p:cTn id="53" dur="1000" fill="hold"/>
                                        <p:tgtEl>
                                          <p:spTgt spid="265">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26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65" grpId="2"/>
      <p:bldP build="whole" bldLvl="1" animBg="1" rev="0" advAuto="0" spid="266"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2F2"/>
        </a:solidFill>
      </p:bgPr>
    </p:bg>
    <p:spTree>
      <p:nvGrpSpPr>
        <p:cNvPr id="1" name=""/>
        <p:cNvGrpSpPr/>
        <p:nvPr/>
      </p:nvGrpSpPr>
      <p:grpSpPr>
        <a:xfrm>
          <a:off x="0" y="0"/>
          <a:ext cx="0" cy="0"/>
          <a:chOff x="0" y="0"/>
          <a:chExt cx="0" cy="0"/>
        </a:xfrm>
      </p:grpSpPr>
      <p:sp>
        <p:nvSpPr>
          <p:cNvPr id="269"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0" name="Picture 5" descr="Picture 5"/>
          <p:cNvPicPr>
            <a:picLocks noChangeAspect="1"/>
          </p:cNvPicPr>
          <p:nvPr/>
        </p:nvPicPr>
        <p:blipFill>
          <a:blip r:embed="rId2">
            <a:extLst/>
          </a:blip>
          <a:stretch>
            <a:fillRect/>
          </a:stretch>
        </p:blipFill>
        <p:spPr>
          <a:xfrm>
            <a:off x="467359" y="6410461"/>
            <a:ext cx="3706253" cy="296093"/>
          </a:xfrm>
          <a:prstGeom prst="rect">
            <a:avLst/>
          </a:prstGeom>
          <a:ln w="12700">
            <a:miter lim="400000"/>
          </a:ln>
        </p:spPr>
      </p:pic>
      <p:pic>
        <p:nvPicPr>
          <p:cNvPr id="271" name="Picture 1" descr="Picture 1"/>
          <p:cNvPicPr>
            <a:picLocks noChangeAspect="1"/>
          </p:cNvPicPr>
          <p:nvPr/>
        </p:nvPicPr>
        <p:blipFill>
          <a:blip r:embed="rId3">
            <a:extLst/>
          </a:blip>
          <a:stretch>
            <a:fillRect/>
          </a:stretch>
        </p:blipFill>
        <p:spPr>
          <a:xfrm flipH="1">
            <a:off x="50800" y="3820159"/>
            <a:ext cx="1727200" cy="3010025"/>
          </a:xfrm>
          <a:prstGeom prst="rect">
            <a:avLst/>
          </a:prstGeom>
          <a:ln w="12700">
            <a:miter lim="400000"/>
          </a:ln>
        </p:spPr>
      </p:pic>
      <p:sp>
        <p:nvSpPr>
          <p:cNvPr id="272" name="Text Placeholder 6"/>
          <p:cNvSpPr txBox="1"/>
          <p:nvPr>
            <p:ph type="body" sz="half" idx="1"/>
          </p:nvPr>
        </p:nvSpPr>
        <p:spPr>
          <a:xfrm>
            <a:off x="1681729" y="1362018"/>
            <a:ext cx="5907323" cy="5243449"/>
          </a:xfrm>
          <a:prstGeom prst="rect">
            <a:avLst/>
          </a:prstGeom>
        </p:spPr>
        <p:txBody>
          <a:bodyPr/>
          <a:lstStyle/>
          <a:p>
            <a:pPr marL="190500" indent="-190500" algn="just">
              <a:lnSpc>
                <a:spcPct val="100000"/>
              </a:lnSpc>
              <a:spcBef>
                <a:spcPts val="1200"/>
              </a:spcBef>
              <a:buClrTx/>
              <a:buSzPct val="60000"/>
              <a:buBlip>
                <a:blip r:embed="rId4"/>
              </a:buBlip>
              <a:defRPr b="1" sz="1900">
                <a:solidFill>
                  <a:srgbClr val="000000"/>
                </a:solidFill>
                <a:latin typeface="Times New Roman"/>
                <a:ea typeface="Times New Roman"/>
                <a:cs typeface="Times New Roman"/>
                <a:sym typeface="Times New Roman"/>
              </a:defRPr>
            </a:pPr>
            <a:r>
              <a:t>Programming Language</a:t>
            </a:r>
            <a:endParaRPr b="0"/>
          </a:p>
          <a:p>
            <a:pPr marL="254000" indent="-254000" algn="just">
              <a:spcBef>
                <a:spcPts val="0"/>
              </a:spcBef>
              <a:buClrTx/>
              <a:buSzPct val="100000"/>
              <a:buAutoNum type="arabicPeriod" startAt="1"/>
              <a:defRPr sz="1900">
                <a:solidFill>
                  <a:srgbClr val="000000"/>
                </a:solidFill>
                <a:latin typeface="Times New Roman"/>
                <a:ea typeface="Times New Roman"/>
                <a:cs typeface="Times New Roman"/>
                <a:sym typeface="Times New Roman"/>
              </a:defRPr>
            </a:pPr>
            <a:r>
              <a:t>Python</a:t>
            </a:r>
          </a:p>
          <a:p>
            <a:pPr marL="190500" indent="-190500" algn="just">
              <a:lnSpc>
                <a:spcPct val="100000"/>
              </a:lnSpc>
              <a:spcBef>
                <a:spcPts val="1200"/>
              </a:spcBef>
              <a:buClrTx/>
              <a:buSzPct val="60000"/>
              <a:buBlip>
                <a:blip r:embed="rId4"/>
              </a:buBlip>
              <a:defRPr b="1" sz="1900">
                <a:solidFill>
                  <a:srgbClr val="000000"/>
                </a:solidFill>
                <a:latin typeface="Times New Roman"/>
                <a:ea typeface="Times New Roman"/>
                <a:cs typeface="Times New Roman"/>
                <a:sym typeface="Times New Roman"/>
              </a:defRPr>
            </a:pPr>
            <a:r>
              <a:t>Development Environment</a:t>
            </a:r>
            <a:endParaRPr b="0"/>
          </a:p>
          <a:p>
            <a:pPr marL="254000" indent="-254000" algn="just">
              <a:spcBef>
                <a:spcPts val="0"/>
              </a:spcBef>
              <a:buClrTx/>
              <a:buSzPct val="100000"/>
              <a:buAutoNum type="arabicPeriod" startAt="2"/>
              <a:defRPr sz="1900">
                <a:solidFill>
                  <a:srgbClr val="000000"/>
                </a:solidFill>
                <a:latin typeface="Times New Roman"/>
                <a:ea typeface="Times New Roman"/>
                <a:cs typeface="Times New Roman"/>
                <a:sym typeface="Times New Roman"/>
              </a:defRPr>
            </a:pPr>
            <a:r>
              <a:t>Jupyter Notebook</a:t>
            </a:r>
          </a:p>
          <a:p>
            <a:pPr marL="190500" indent="-190500" algn="just">
              <a:lnSpc>
                <a:spcPct val="100000"/>
              </a:lnSpc>
              <a:spcBef>
                <a:spcPts val="1200"/>
              </a:spcBef>
              <a:buClrTx/>
              <a:buSzPct val="60000"/>
              <a:buBlip>
                <a:blip r:embed="rId4"/>
              </a:buBlip>
              <a:defRPr b="1" sz="1900">
                <a:solidFill>
                  <a:srgbClr val="000000"/>
                </a:solidFill>
                <a:latin typeface="Times New Roman"/>
                <a:ea typeface="Times New Roman"/>
                <a:cs typeface="Times New Roman"/>
                <a:sym typeface="Times New Roman"/>
              </a:defRPr>
            </a:pPr>
            <a:r>
              <a:t>Libraries and Tools</a:t>
            </a:r>
            <a:endParaRPr b="0"/>
          </a:p>
          <a:p>
            <a:pPr marL="254000" indent="-254000" algn="just">
              <a:lnSpc>
                <a:spcPct val="100000"/>
              </a:lnSpc>
              <a:spcBef>
                <a:spcPts val="0"/>
              </a:spcBef>
              <a:buClrTx/>
              <a:buSzPct val="100000"/>
              <a:buAutoNum type="arabicPeriod" startAt="3"/>
              <a:defRPr sz="1900">
                <a:solidFill>
                  <a:srgbClr val="000000"/>
                </a:solidFill>
                <a:latin typeface="Times New Roman"/>
                <a:ea typeface="Times New Roman"/>
                <a:cs typeface="Times New Roman"/>
                <a:sym typeface="Times New Roman"/>
              </a:defRPr>
            </a:pPr>
            <a:r>
              <a:t>Pandas — Data Cleaning and Data Manipulation</a:t>
            </a:r>
          </a:p>
          <a:p>
            <a:pPr marL="254000" indent="-254000" algn="just">
              <a:lnSpc>
                <a:spcPct val="100000"/>
              </a:lnSpc>
              <a:spcBef>
                <a:spcPts val="0"/>
              </a:spcBef>
              <a:buClrTx/>
              <a:buSzPct val="100000"/>
              <a:buAutoNum type="arabicPeriod" startAt="3"/>
              <a:defRPr sz="1900">
                <a:solidFill>
                  <a:srgbClr val="000000"/>
                </a:solidFill>
                <a:latin typeface="Times New Roman"/>
                <a:ea typeface="Times New Roman"/>
                <a:cs typeface="Times New Roman"/>
                <a:sym typeface="Times New Roman"/>
              </a:defRPr>
            </a:pPr>
            <a:r>
              <a:t>NumPy — Numerical Analysis</a:t>
            </a:r>
          </a:p>
          <a:p>
            <a:pPr marL="254000" indent="-254000" algn="just">
              <a:lnSpc>
                <a:spcPct val="100000"/>
              </a:lnSpc>
              <a:spcBef>
                <a:spcPts val="0"/>
              </a:spcBef>
              <a:buClrTx/>
              <a:buSzPct val="100000"/>
              <a:buAutoNum type="arabicPeriod" startAt="3"/>
              <a:defRPr sz="1900">
                <a:solidFill>
                  <a:srgbClr val="000000"/>
                </a:solidFill>
                <a:latin typeface="Times New Roman"/>
                <a:ea typeface="Times New Roman"/>
                <a:cs typeface="Times New Roman"/>
                <a:sym typeface="Times New Roman"/>
              </a:defRPr>
            </a:pPr>
            <a:r>
              <a:t>Matplotlib — Data Visualization</a:t>
            </a:r>
          </a:p>
          <a:p>
            <a:pPr marL="254000" indent="-254000" algn="just">
              <a:spcBef>
                <a:spcPts val="0"/>
              </a:spcBef>
              <a:buClrTx/>
              <a:buSzPct val="100000"/>
              <a:buAutoNum type="arabicPeriod" startAt="3"/>
              <a:defRPr sz="1900">
                <a:solidFill>
                  <a:srgbClr val="000000"/>
                </a:solidFill>
                <a:latin typeface="Times New Roman"/>
                <a:ea typeface="Times New Roman"/>
                <a:cs typeface="Times New Roman"/>
                <a:sym typeface="Times New Roman"/>
              </a:defRPr>
            </a:pPr>
            <a:r>
              <a:t>Seaborn — Statistical Visualization</a:t>
            </a:r>
          </a:p>
          <a:p>
            <a:pPr marL="190500" indent="-190500" algn="just">
              <a:lnSpc>
                <a:spcPct val="100000"/>
              </a:lnSpc>
              <a:spcBef>
                <a:spcPts val="1200"/>
              </a:spcBef>
              <a:buClrTx/>
              <a:buSzPct val="60000"/>
              <a:buBlip>
                <a:blip r:embed="rId4"/>
              </a:buBlip>
              <a:defRPr b="1" sz="1900">
                <a:solidFill>
                  <a:srgbClr val="000000"/>
                </a:solidFill>
                <a:latin typeface="Times New Roman"/>
                <a:ea typeface="Times New Roman"/>
                <a:cs typeface="Times New Roman"/>
                <a:sym typeface="Times New Roman"/>
              </a:defRPr>
            </a:pPr>
            <a:r>
              <a:t>Data Source</a:t>
            </a:r>
            <a:endParaRPr b="0"/>
          </a:p>
          <a:p>
            <a:pPr marL="254000" indent="-254000" algn="just">
              <a:lnSpc>
                <a:spcPct val="100000"/>
              </a:lnSpc>
              <a:spcBef>
                <a:spcPts val="0"/>
              </a:spcBef>
              <a:buClrTx/>
              <a:buSzPct val="100000"/>
              <a:buAutoNum type="arabicPeriod" startAt="7"/>
              <a:defRPr sz="1900">
                <a:solidFill>
                  <a:srgbClr val="000000"/>
                </a:solidFill>
                <a:latin typeface="Times New Roman"/>
                <a:ea typeface="Times New Roman"/>
                <a:cs typeface="Times New Roman"/>
                <a:sym typeface="Times New Roman"/>
              </a:defRPr>
            </a:pPr>
            <a:r>
              <a:t> Agricultural Dataset</a:t>
            </a:r>
          </a:p>
        </p:txBody>
      </p:sp>
      <p:sp>
        <p:nvSpPr>
          <p:cNvPr id="273" name="Title 8"/>
          <p:cNvSpPr txBox="1"/>
          <p:nvPr>
            <p:ph type="title"/>
          </p:nvPr>
        </p:nvSpPr>
        <p:spPr>
          <a:xfrm>
            <a:off x="660398" y="430566"/>
            <a:ext cx="5306293" cy="847817"/>
          </a:xfrm>
          <a:prstGeom prst="rect">
            <a:avLst/>
          </a:prstGeom>
        </p:spPr>
        <p:txBody>
          <a:bodyPr/>
          <a:lstStyle/>
          <a:p>
            <a:pPr/>
            <a:r>
              <a:t>Technology Used</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3"/>
                                        </p:tgtEl>
                                        <p:attrNameLst>
                                          <p:attrName>style.visibility</p:attrName>
                                        </p:attrNameLst>
                                      </p:cBhvr>
                                      <p:to>
                                        <p:strVal val="visible"/>
                                      </p:to>
                                    </p:set>
                                    <p:anim calcmode="lin" valueType="num">
                                      <p:cBhvr>
                                        <p:cTn id="7" dur="500" fill="hold"/>
                                        <p:tgtEl>
                                          <p:spTgt spid="273"/>
                                        </p:tgtEl>
                                        <p:attrNameLst>
                                          <p:attrName>ppt_w</p:attrName>
                                        </p:attrNameLst>
                                      </p:cBhvr>
                                      <p:tavLst>
                                        <p:tav tm="0">
                                          <p:val>
                                            <p:fltVal val="0"/>
                                          </p:val>
                                        </p:tav>
                                        <p:tav tm="100000">
                                          <p:val>
                                            <p:strVal val="#ppt_w"/>
                                          </p:val>
                                        </p:tav>
                                      </p:tavLst>
                                    </p:anim>
                                    <p:anim calcmode="lin" valueType="num">
                                      <p:cBhvr>
                                        <p:cTn id="8" dur="500" fill="hold"/>
                                        <p:tgtEl>
                                          <p:spTgt spid="27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72">
                                            <p:bg/>
                                          </p:spTgt>
                                        </p:tgtEl>
                                        <p:attrNameLst>
                                          <p:attrName>style.visibility</p:attrName>
                                        </p:attrNameLst>
                                      </p:cBhvr>
                                      <p:to>
                                        <p:strVal val="visible"/>
                                      </p:to>
                                    </p:set>
                                    <p:anim calcmode="lin" valueType="num">
                                      <p:cBhvr>
                                        <p:cTn id="13" dur="1000" fill="hold"/>
                                        <p:tgtEl>
                                          <p:spTgt spid="272">
                                            <p:bg/>
                                          </p:spTgt>
                                        </p:tgtEl>
                                        <p:attrNameLst>
                                          <p:attrName>ppt_x</p:attrName>
                                        </p:attrNameLst>
                                      </p:cBhvr>
                                      <p:tavLst>
                                        <p:tav tm="0">
                                          <p:val>
                                            <p:strVal val="#ppt_x"/>
                                          </p:val>
                                        </p:tav>
                                        <p:tav tm="100000">
                                          <p:val>
                                            <p:strVal val="#ppt_x"/>
                                          </p:val>
                                        </p:tav>
                                      </p:tavLst>
                                    </p:anim>
                                    <p:anim calcmode="lin" valueType="num">
                                      <p:cBhvr>
                                        <p:cTn id="14" dur="1000" fill="hold"/>
                                        <p:tgtEl>
                                          <p:spTgt spid="272">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272">
                                            <p:txEl>
                                              <p:pRg st="0" end="0"/>
                                            </p:txEl>
                                          </p:spTgt>
                                        </p:tgtEl>
                                        <p:attrNameLst>
                                          <p:attrName>style.visibility</p:attrName>
                                        </p:attrNameLst>
                                      </p:cBhvr>
                                      <p:to>
                                        <p:strVal val="visible"/>
                                      </p:to>
                                    </p:set>
                                    <p:anim calcmode="lin" valueType="num">
                                      <p:cBhvr>
                                        <p:cTn id="17" dur="1000" fill="hold"/>
                                        <p:tgtEl>
                                          <p:spTgt spid="272">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2" fill="hold">
                                  <p:stCondLst>
                                    <p:cond delay="0"/>
                                  </p:stCondLst>
                                  <p:iterate type="el" backwards="0">
                                    <p:tmAbs val="0"/>
                                  </p:iterate>
                                  <p:childTnLst>
                                    <p:set>
                                      <p:cBhvr>
                                        <p:cTn id="22" fill="hold"/>
                                        <p:tgtEl>
                                          <p:spTgt spid="272">
                                            <p:txEl>
                                              <p:pRg st="1" end="1"/>
                                            </p:txEl>
                                          </p:spTgt>
                                        </p:tgtEl>
                                        <p:attrNameLst>
                                          <p:attrName>style.visibility</p:attrName>
                                        </p:attrNameLst>
                                      </p:cBhvr>
                                      <p:to>
                                        <p:strVal val="visible"/>
                                      </p:to>
                                    </p:set>
                                    <p:anim calcmode="lin" valueType="num">
                                      <p:cBhvr>
                                        <p:cTn id="23" dur="1000" fill="hold"/>
                                        <p:tgtEl>
                                          <p:spTgt spid="272">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2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2" fill="hold">
                                  <p:stCondLst>
                                    <p:cond delay="0"/>
                                  </p:stCondLst>
                                  <p:iterate type="el" backwards="0">
                                    <p:tmAbs val="0"/>
                                  </p:iterate>
                                  <p:childTnLst>
                                    <p:set>
                                      <p:cBhvr>
                                        <p:cTn id="28" fill="hold"/>
                                        <p:tgtEl>
                                          <p:spTgt spid="272">
                                            <p:txEl>
                                              <p:pRg st="2" end="2"/>
                                            </p:txEl>
                                          </p:spTgt>
                                        </p:tgtEl>
                                        <p:attrNameLst>
                                          <p:attrName>style.visibility</p:attrName>
                                        </p:attrNameLst>
                                      </p:cBhvr>
                                      <p:to>
                                        <p:strVal val="visible"/>
                                      </p:to>
                                    </p:set>
                                    <p:anim calcmode="lin" valueType="num">
                                      <p:cBhvr>
                                        <p:cTn id="29" dur="1000" fill="hold"/>
                                        <p:tgtEl>
                                          <p:spTgt spid="27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4" presetID="2" grpId="2" fill="hold">
                                  <p:stCondLst>
                                    <p:cond delay="0"/>
                                  </p:stCondLst>
                                  <p:iterate type="el" backwards="0">
                                    <p:tmAbs val="0"/>
                                  </p:iterate>
                                  <p:childTnLst>
                                    <p:set>
                                      <p:cBhvr>
                                        <p:cTn id="34" fill="hold"/>
                                        <p:tgtEl>
                                          <p:spTgt spid="272">
                                            <p:txEl>
                                              <p:pRg st="3" end="3"/>
                                            </p:txEl>
                                          </p:spTgt>
                                        </p:tgtEl>
                                        <p:attrNameLst>
                                          <p:attrName>style.visibility</p:attrName>
                                        </p:attrNameLst>
                                      </p:cBhvr>
                                      <p:to>
                                        <p:strVal val="visible"/>
                                      </p:to>
                                    </p:set>
                                    <p:anim calcmode="lin" valueType="num">
                                      <p:cBhvr>
                                        <p:cTn id="35" dur="1000" fill="hold"/>
                                        <p:tgtEl>
                                          <p:spTgt spid="272">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7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4" presetID="2" grpId="2" fill="hold">
                                  <p:stCondLst>
                                    <p:cond delay="0"/>
                                  </p:stCondLst>
                                  <p:iterate type="el" backwards="0">
                                    <p:tmAbs val="0"/>
                                  </p:iterate>
                                  <p:childTnLst>
                                    <p:set>
                                      <p:cBhvr>
                                        <p:cTn id="40" fill="hold"/>
                                        <p:tgtEl>
                                          <p:spTgt spid="272">
                                            <p:txEl>
                                              <p:pRg st="4" end="4"/>
                                            </p:txEl>
                                          </p:spTgt>
                                        </p:tgtEl>
                                        <p:attrNameLst>
                                          <p:attrName>style.visibility</p:attrName>
                                        </p:attrNameLst>
                                      </p:cBhvr>
                                      <p:to>
                                        <p:strVal val="visible"/>
                                      </p:to>
                                    </p:set>
                                    <p:anim calcmode="lin" valueType="num">
                                      <p:cBhvr>
                                        <p:cTn id="41" dur="1000" fill="hold"/>
                                        <p:tgtEl>
                                          <p:spTgt spid="272">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27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4" presetID="2" grpId="2" fill="hold">
                                  <p:stCondLst>
                                    <p:cond delay="0"/>
                                  </p:stCondLst>
                                  <p:iterate type="el" backwards="0">
                                    <p:tmAbs val="0"/>
                                  </p:iterate>
                                  <p:childTnLst>
                                    <p:set>
                                      <p:cBhvr>
                                        <p:cTn id="46" fill="hold"/>
                                        <p:tgtEl>
                                          <p:spTgt spid="272">
                                            <p:txEl>
                                              <p:pRg st="5" end="5"/>
                                            </p:txEl>
                                          </p:spTgt>
                                        </p:tgtEl>
                                        <p:attrNameLst>
                                          <p:attrName>style.visibility</p:attrName>
                                        </p:attrNameLst>
                                      </p:cBhvr>
                                      <p:to>
                                        <p:strVal val="visible"/>
                                      </p:to>
                                    </p:set>
                                    <p:anim calcmode="lin" valueType="num">
                                      <p:cBhvr>
                                        <p:cTn id="47" dur="1000" fill="hold"/>
                                        <p:tgtEl>
                                          <p:spTgt spid="272">
                                            <p:txEl>
                                              <p:pRg st="5" end="5"/>
                                            </p:txEl>
                                          </p:spTgt>
                                        </p:tgtEl>
                                        <p:attrNameLst>
                                          <p:attrName>ppt_x</p:attrName>
                                        </p:attrNameLst>
                                      </p:cBhvr>
                                      <p:tavLst>
                                        <p:tav tm="0">
                                          <p:val>
                                            <p:strVal val="#ppt_x"/>
                                          </p:val>
                                        </p:tav>
                                        <p:tav tm="100000">
                                          <p:val>
                                            <p:strVal val="#ppt_x"/>
                                          </p:val>
                                        </p:tav>
                                      </p:tavLst>
                                    </p:anim>
                                    <p:anim calcmode="lin" valueType="num">
                                      <p:cBhvr>
                                        <p:cTn id="48" dur="1000" fill="hold"/>
                                        <p:tgtEl>
                                          <p:spTgt spid="27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4" presetID="2" grpId="2" fill="hold">
                                  <p:stCondLst>
                                    <p:cond delay="0"/>
                                  </p:stCondLst>
                                  <p:iterate type="el" backwards="0">
                                    <p:tmAbs val="0"/>
                                  </p:iterate>
                                  <p:childTnLst>
                                    <p:set>
                                      <p:cBhvr>
                                        <p:cTn id="52" fill="hold"/>
                                        <p:tgtEl>
                                          <p:spTgt spid="272">
                                            <p:txEl>
                                              <p:pRg st="6" end="6"/>
                                            </p:txEl>
                                          </p:spTgt>
                                        </p:tgtEl>
                                        <p:attrNameLst>
                                          <p:attrName>style.visibility</p:attrName>
                                        </p:attrNameLst>
                                      </p:cBhvr>
                                      <p:to>
                                        <p:strVal val="visible"/>
                                      </p:to>
                                    </p:set>
                                    <p:anim calcmode="lin" valueType="num">
                                      <p:cBhvr>
                                        <p:cTn id="53" dur="1000" fill="hold"/>
                                        <p:tgtEl>
                                          <p:spTgt spid="272">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27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Class="entr" nodeType="clickEffect" presetSubtype="4" presetID="2" grpId="2" fill="hold">
                                  <p:stCondLst>
                                    <p:cond delay="0"/>
                                  </p:stCondLst>
                                  <p:iterate type="el" backwards="0">
                                    <p:tmAbs val="0"/>
                                  </p:iterate>
                                  <p:childTnLst>
                                    <p:set>
                                      <p:cBhvr>
                                        <p:cTn id="58" fill="hold"/>
                                        <p:tgtEl>
                                          <p:spTgt spid="272">
                                            <p:txEl>
                                              <p:pRg st="7" end="7"/>
                                            </p:txEl>
                                          </p:spTgt>
                                        </p:tgtEl>
                                        <p:attrNameLst>
                                          <p:attrName>style.visibility</p:attrName>
                                        </p:attrNameLst>
                                      </p:cBhvr>
                                      <p:to>
                                        <p:strVal val="visible"/>
                                      </p:to>
                                    </p:set>
                                    <p:anim calcmode="lin" valueType="num">
                                      <p:cBhvr>
                                        <p:cTn id="59" dur="1000" fill="hold"/>
                                        <p:tgtEl>
                                          <p:spTgt spid="272">
                                            <p:txEl>
                                              <p:pRg st="7" end="7"/>
                                            </p:txEl>
                                          </p:spTgt>
                                        </p:tgtEl>
                                        <p:attrNameLst>
                                          <p:attrName>ppt_x</p:attrName>
                                        </p:attrNameLst>
                                      </p:cBhvr>
                                      <p:tavLst>
                                        <p:tav tm="0">
                                          <p:val>
                                            <p:strVal val="#ppt_x"/>
                                          </p:val>
                                        </p:tav>
                                        <p:tav tm="100000">
                                          <p:val>
                                            <p:strVal val="#ppt_x"/>
                                          </p:val>
                                        </p:tav>
                                      </p:tavLst>
                                    </p:anim>
                                    <p:anim calcmode="lin" valueType="num">
                                      <p:cBhvr>
                                        <p:cTn id="60" dur="1000" fill="hold"/>
                                        <p:tgtEl>
                                          <p:spTgt spid="27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Class="entr" nodeType="clickEffect" presetSubtype="4" presetID="2" grpId="2" fill="hold">
                                  <p:stCondLst>
                                    <p:cond delay="0"/>
                                  </p:stCondLst>
                                  <p:iterate type="el" backwards="0">
                                    <p:tmAbs val="0"/>
                                  </p:iterate>
                                  <p:childTnLst>
                                    <p:set>
                                      <p:cBhvr>
                                        <p:cTn id="64" fill="hold"/>
                                        <p:tgtEl>
                                          <p:spTgt spid="272">
                                            <p:txEl>
                                              <p:pRg st="8" end="8"/>
                                            </p:txEl>
                                          </p:spTgt>
                                        </p:tgtEl>
                                        <p:attrNameLst>
                                          <p:attrName>style.visibility</p:attrName>
                                        </p:attrNameLst>
                                      </p:cBhvr>
                                      <p:to>
                                        <p:strVal val="visible"/>
                                      </p:to>
                                    </p:set>
                                    <p:anim calcmode="lin" valueType="num">
                                      <p:cBhvr>
                                        <p:cTn id="65" dur="1000" fill="hold"/>
                                        <p:tgtEl>
                                          <p:spTgt spid="272">
                                            <p:txEl>
                                              <p:pRg st="8" end="8"/>
                                            </p:txEl>
                                          </p:spTgt>
                                        </p:tgtEl>
                                        <p:attrNameLst>
                                          <p:attrName>ppt_x</p:attrName>
                                        </p:attrNameLst>
                                      </p:cBhvr>
                                      <p:tavLst>
                                        <p:tav tm="0">
                                          <p:val>
                                            <p:strVal val="#ppt_x"/>
                                          </p:val>
                                        </p:tav>
                                        <p:tav tm="100000">
                                          <p:val>
                                            <p:strVal val="#ppt_x"/>
                                          </p:val>
                                        </p:tav>
                                      </p:tavLst>
                                    </p:anim>
                                    <p:anim calcmode="lin" valueType="num">
                                      <p:cBhvr>
                                        <p:cTn id="66" dur="1000" fill="hold"/>
                                        <p:tgtEl>
                                          <p:spTgt spid="27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Class="entr" nodeType="clickEffect" presetSubtype="4" presetID="2" grpId="2" fill="hold">
                                  <p:stCondLst>
                                    <p:cond delay="0"/>
                                  </p:stCondLst>
                                  <p:iterate type="el" backwards="0">
                                    <p:tmAbs val="0"/>
                                  </p:iterate>
                                  <p:childTnLst>
                                    <p:set>
                                      <p:cBhvr>
                                        <p:cTn id="70" fill="hold"/>
                                        <p:tgtEl>
                                          <p:spTgt spid="272">
                                            <p:txEl>
                                              <p:pRg st="9" end="9"/>
                                            </p:txEl>
                                          </p:spTgt>
                                        </p:tgtEl>
                                        <p:attrNameLst>
                                          <p:attrName>style.visibility</p:attrName>
                                        </p:attrNameLst>
                                      </p:cBhvr>
                                      <p:to>
                                        <p:strVal val="visible"/>
                                      </p:to>
                                    </p:set>
                                    <p:anim calcmode="lin" valueType="num">
                                      <p:cBhvr>
                                        <p:cTn id="71" dur="1000" fill="hold"/>
                                        <p:tgtEl>
                                          <p:spTgt spid="27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7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Class="entr" nodeType="clickEffect" presetSubtype="4" presetID="2" grpId="2" fill="hold">
                                  <p:stCondLst>
                                    <p:cond delay="0"/>
                                  </p:stCondLst>
                                  <p:iterate type="el" backwards="0">
                                    <p:tmAbs val="0"/>
                                  </p:iterate>
                                  <p:childTnLst>
                                    <p:set>
                                      <p:cBhvr>
                                        <p:cTn id="76" fill="hold"/>
                                        <p:tgtEl>
                                          <p:spTgt spid="272">
                                            <p:txEl>
                                              <p:pRg st="10" end="10"/>
                                            </p:txEl>
                                          </p:spTgt>
                                        </p:tgtEl>
                                        <p:attrNameLst>
                                          <p:attrName>style.visibility</p:attrName>
                                        </p:attrNameLst>
                                      </p:cBhvr>
                                      <p:to>
                                        <p:strVal val="visible"/>
                                      </p:to>
                                    </p:set>
                                    <p:anim calcmode="lin" valueType="num">
                                      <p:cBhvr>
                                        <p:cTn id="77" dur="1000" fill="hold"/>
                                        <p:tgtEl>
                                          <p:spTgt spid="272">
                                            <p:txEl>
                                              <p:pRg st="10" end="10"/>
                                            </p:txEl>
                                          </p:spTgt>
                                        </p:tgtEl>
                                        <p:attrNameLst>
                                          <p:attrName>ppt_x</p:attrName>
                                        </p:attrNameLst>
                                      </p:cBhvr>
                                      <p:tavLst>
                                        <p:tav tm="0">
                                          <p:val>
                                            <p:strVal val="#ppt_x"/>
                                          </p:val>
                                        </p:tav>
                                        <p:tav tm="100000">
                                          <p:val>
                                            <p:strVal val="#ppt_x"/>
                                          </p:val>
                                        </p:tav>
                                      </p:tavLst>
                                    </p:anim>
                                    <p:anim calcmode="lin" valueType="num">
                                      <p:cBhvr>
                                        <p:cTn id="78" dur="1000" fill="hold"/>
                                        <p:tgtEl>
                                          <p:spTgt spid="27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72" grpId="2"/>
      <p:bldP build="whole" bldLvl="1" animBg="1" rev="0" advAuto="0" spid="273"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6"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77" name="Title 3"/>
          <p:cNvSpPr txBox="1"/>
          <p:nvPr>
            <p:ph type="title"/>
          </p:nvPr>
        </p:nvSpPr>
        <p:spPr>
          <a:xfrm>
            <a:off x="675956" y="370588"/>
            <a:ext cx="2981644" cy="830999"/>
          </a:xfrm>
          <a:prstGeom prst="rect">
            <a:avLst/>
          </a:prstGeom>
        </p:spPr>
        <p:txBody>
          <a:bodyPr/>
          <a:lstStyle/>
          <a:p>
            <a:pPr/>
            <a:r>
              <a:t>RESULTS </a:t>
            </a:r>
          </a:p>
        </p:txBody>
      </p:sp>
      <p:pic>
        <p:nvPicPr>
          <p:cNvPr id="278" name="Screenshot 2026-09-10 at 9.27.44 PM.png" descr="Screenshot 2026-09-10 at 9.27.44 PM.png"/>
          <p:cNvPicPr>
            <a:picLocks noChangeAspect="1"/>
          </p:cNvPicPr>
          <p:nvPr/>
        </p:nvPicPr>
        <p:blipFill>
          <a:blip r:embed="rId3">
            <a:extLst/>
          </a:blip>
          <a:stretch>
            <a:fillRect/>
          </a:stretch>
        </p:blipFill>
        <p:spPr>
          <a:xfrm>
            <a:off x="317063" y="1383617"/>
            <a:ext cx="5830905" cy="4671132"/>
          </a:xfrm>
          <a:prstGeom prst="rect">
            <a:avLst/>
          </a:prstGeom>
          <a:ln w="12700">
            <a:miter lim="400000"/>
          </a:ln>
        </p:spPr>
      </p:pic>
      <p:pic>
        <p:nvPicPr>
          <p:cNvPr id="279" name="Screenshot 2026-09-10 at 9.30.13 PM.png" descr="Screenshot 2026-09-10 at 9.30.13 PM.png"/>
          <p:cNvPicPr>
            <a:picLocks noChangeAspect="1"/>
          </p:cNvPicPr>
          <p:nvPr/>
        </p:nvPicPr>
        <p:blipFill>
          <a:blip r:embed="rId4">
            <a:extLst/>
          </a:blip>
          <a:stretch>
            <a:fillRect/>
          </a:stretch>
        </p:blipFill>
        <p:spPr>
          <a:xfrm>
            <a:off x="6280982" y="1401433"/>
            <a:ext cx="5626101" cy="4635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7"/>
                                        </p:tgtEl>
                                        <p:attrNameLst>
                                          <p:attrName>style.visibility</p:attrName>
                                        </p:attrNameLst>
                                      </p:cBhvr>
                                      <p:to>
                                        <p:strVal val="visible"/>
                                      </p:to>
                                    </p:set>
                                    <p:anim calcmode="lin" valueType="num">
                                      <p:cBhvr>
                                        <p:cTn id="7" dur="500" fill="hold"/>
                                        <p:tgtEl>
                                          <p:spTgt spid="277"/>
                                        </p:tgtEl>
                                        <p:attrNameLst>
                                          <p:attrName>ppt_w</p:attrName>
                                        </p:attrNameLst>
                                      </p:cBhvr>
                                      <p:tavLst>
                                        <p:tav tm="0">
                                          <p:val>
                                            <p:fltVal val="0"/>
                                          </p:val>
                                        </p:tav>
                                        <p:tav tm="100000">
                                          <p:val>
                                            <p:strVal val="#ppt_w"/>
                                          </p:val>
                                        </p:tav>
                                      </p:tavLst>
                                    </p:anim>
                                    <p:anim calcmode="lin" valueType="num">
                                      <p:cBhvr>
                                        <p:cTn id="8" dur="500" fill="hold"/>
                                        <p:tgtEl>
                                          <p:spTgt spid="27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7"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2"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83" name="Title 3"/>
          <p:cNvSpPr txBox="1"/>
          <p:nvPr>
            <p:ph type="title"/>
          </p:nvPr>
        </p:nvSpPr>
        <p:spPr>
          <a:xfrm>
            <a:off x="675956" y="370588"/>
            <a:ext cx="2981644" cy="830999"/>
          </a:xfrm>
          <a:prstGeom prst="rect">
            <a:avLst/>
          </a:prstGeom>
        </p:spPr>
        <p:txBody>
          <a:bodyPr/>
          <a:lstStyle/>
          <a:p>
            <a:pPr/>
            <a:r>
              <a:t>RESULTS </a:t>
            </a:r>
          </a:p>
        </p:txBody>
      </p:sp>
      <p:sp>
        <p:nvSpPr>
          <p:cNvPr id="284" name="Text Placeholder 1"/>
          <p:cNvSpPr txBox="1"/>
          <p:nvPr>
            <p:ph type="body" idx="1"/>
          </p:nvPr>
        </p:nvSpPr>
        <p:spPr>
          <a:xfrm>
            <a:off x="607295" y="1325880"/>
            <a:ext cx="10797881" cy="4777749"/>
          </a:xfrm>
          <a:prstGeom prst="rect">
            <a:avLst/>
          </a:prstGeom>
        </p:spPr>
        <p:txBody>
          <a:bodyPr/>
          <a:lstStyle/>
          <a:p>
            <a:pPr marL="0" indent="0" defTabSz="182880">
              <a:spcBef>
                <a:spcPts val="400"/>
              </a:spcBef>
              <a:buSzTx/>
              <a:buFont typeface="Wingdings"/>
              <a:buNone/>
              <a:defRPr sz="800"/>
            </a:pPr>
          </a:p>
        </p:txBody>
      </p:sp>
      <p:pic>
        <p:nvPicPr>
          <p:cNvPr id="285" name="Screenshot 2026-09-10 at 9.28.23 PM.png" descr="Screenshot 2026-09-10 at 9.28.23 PM.png"/>
          <p:cNvPicPr>
            <a:picLocks noChangeAspect="1"/>
          </p:cNvPicPr>
          <p:nvPr/>
        </p:nvPicPr>
        <p:blipFill>
          <a:blip r:embed="rId3">
            <a:extLst/>
          </a:blip>
          <a:stretch>
            <a:fillRect/>
          </a:stretch>
        </p:blipFill>
        <p:spPr>
          <a:xfrm>
            <a:off x="607295" y="1325880"/>
            <a:ext cx="9097819" cy="4683634"/>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83"/>
                                        </p:tgtEl>
                                        <p:attrNameLst>
                                          <p:attrName>style.visibility</p:attrName>
                                        </p:attrNameLst>
                                      </p:cBhvr>
                                      <p:to>
                                        <p:strVal val="visible"/>
                                      </p:to>
                                    </p:set>
                                    <p:anim calcmode="lin" valueType="num">
                                      <p:cBhvr>
                                        <p:cTn id="7" dur="500" fill="hold"/>
                                        <p:tgtEl>
                                          <p:spTgt spid="283"/>
                                        </p:tgtEl>
                                        <p:attrNameLst>
                                          <p:attrName>ppt_w</p:attrName>
                                        </p:attrNameLst>
                                      </p:cBhvr>
                                      <p:tavLst>
                                        <p:tav tm="0">
                                          <p:val>
                                            <p:fltVal val="0"/>
                                          </p:val>
                                        </p:tav>
                                        <p:tav tm="100000">
                                          <p:val>
                                            <p:strVal val="#ppt_w"/>
                                          </p:val>
                                        </p:tav>
                                      </p:tavLst>
                                    </p:anim>
                                    <p:anim calcmode="lin" valueType="num">
                                      <p:cBhvr>
                                        <p:cTn id="8" dur="5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84"/>
                                        </p:tgtEl>
                                        <p:attrNameLst>
                                          <p:attrName>style.visibility</p:attrName>
                                        </p:attrNameLst>
                                      </p:cBhvr>
                                      <p:to>
                                        <p:strVal val="visible"/>
                                      </p:to>
                                    </p:set>
                                    <p:anim calcmode="lin" valueType="num">
                                      <p:cBhvr>
                                        <p:cTn id="13" dur="1000" fill="hold"/>
                                        <p:tgtEl>
                                          <p:spTgt spid="284"/>
                                        </p:tgtEl>
                                        <p:attrNameLst>
                                          <p:attrName>ppt_x</p:attrName>
                                        </p:attrNameLst>
                                      </p:cBhvr>
                                      <p:tavLst>
                                        <p:tav tm="0">
                                          <p:val>
                                            <p:strVal val="#ppt_x"/>
                                          </p:val>
                                        </p:tav>
                                        <p:tav tm="100000">
                                          <p:val>
                                            <p:strVal val="#ppt_x"/>
                                          </p:val>
                                        </p:tav>
                                      </p:tavLst>
                                    </p:anim>
                                    <p:anim calcmode="lin" valueType="num">
                                      <p:cBhvr>
                                        <p:cTn id="14" dur="1000" fill="hold"/>
                                        <p:tgtEl>
                                          <p:spTgt spid="284"/>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285"/>
                                        </p:tgtEl>
                                        <p:attrNameLst>
                                          <p:attrName>style.visibility</p:attrName>
                                        </p:attrNameLst>
                                      </p:cBhvr>
                                      <p:to>
                                        <p:strVal val="visible"/>
                                      </p:to>
                                    </p:set>
                                    <p:anim calcmode="lin" valueType="num">
                                      <p:cBhvr>
                                        <p:cTn id="17" dur="1000" fill="hold"/>
                                        <p:tgtEl>
                                          <p:spTgt spid="285"/>
                                        </p:tgtEl>
                                        <p:attrNameLst>
                                          <p:attrName>ppt_x</p:attrName>
                                        </p:attrNameLst>
                                      </p:cBhvr>
                                      <p:tavLst>
                                        <p:tav tm="0">
                                          <p:val>
                                            <p:strVal val="#ppt_x"/>
                                          </p:val>
                                        </p:tav>
                                        <p:tav tm="100000">
                                          <p:val>
                                            <p:strVal val="#ppt_x"/>
                                          </p:val>
                                        </p:tav>
                                      </p:tavLst>
                                    </p:anim>
                                    <p:anim calcmode="lin" valueType="num">
                                      <p:cBhvr>
                                        <p:cTn id="18" dur="1000" fill="hold"/>
                                        <p:tgtEl>
                                          <p:spTgt spid="2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3" grpId="1"/>
      <p:bldP build="whole" bldLvl="1" animBg="1" rev="0" advAuto="0" spid="284"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8"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89" name="Title 3"/>
          <p:cNvSpPr txBox="1"/>
          <p:nvPr>
            <p:ph type="title"/>
          </p:nvPr>
        </p:nvSpPr>
        <p:spPr>
          <a:xfrm>
            <a:off x="675956" y="370588"/>
            <a:ext cx="2981644" cy="830999"/>
          </a:xfrm>
          <a:prstGeom prst="rect">
            <a:avLst/>
          </a:prstGeom>
        </p:spPr>
        <p:txBody>
          <a:bodyPr/>
          <a:lstStyle/>
          <a:p>
            <a:pPr/>
            <a:r>
              <a:t>RESULTS </a:t>
            </a:r>
          </a:p>
        </p:txBody>
      </p:sp>
      <p:pic>
        <p:nvPicPr>
          <p:cNvPr id="290" name="Screenshot 2026-09-10 at 9.34.44 PM.png" descr="Screenshot 2026-09-10 at 9.34.44 PM.png"/>
          <p:cNvPicPr>
            <a:picLocks noChangeAspect="1"/>
          </p:cNvPicPr>
          <p:nvPr/>
        </p:nvPicPr>
        <p:blipFill>
          <a:blip r:embed="rId3">
            <a:extLst/>
          </a:blip>
          <a:stretch>
            <a:fillRect/>
          </a:stretch>
        </p:blipFill>
        <p:spPr>
          <a:xfrm>
            <a:off x="1650467" y="1119598"/>
            <a:ext cx="6747161" cy="547087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89"/>
                                        </p:tgtEl>
                                        <p:attrNameLst>
                                          <p:attrName>style.visibility</p:attrName>
                                        </p:attrNameLst>
                                      </p:cBhvr>
                                      <p:to>
                                        <p:strVal val="visible"/>
                                      </p:to>
                                    </p:set>
                                    <p:anim calcmode="lin" valueType="num">
                                      <p:cBhvr>
                                        <p:cTn id="7" dur="500" fill="hold"/>
                                        <p:tgtEl>
                                          <p:spTgt spid="289"/>
                                        </p:tgtEl>
                                        <p:attrNameLst>
                                          <p:attrName>ppt_w</p:attrName>
                                        </p:attrNameLst>
                                      </p:cBhvr>
                                      <p:tavLst>
                                        <p:tav tm="0">
                                          <p:val>
                                            <p:fltVal val="0"/>
                                          </p:val>
                                        </p:tav>
                                        <p:tav tm="100000">
                                          <p:val>
                                            <p:strVal val="#ppt_w"/>
                                          </p:val>
                                        </p:tav>
                                      </p:tavLst>
                                    </p:anim>
                                    <p:anim calcmode="lin" valueType="num">
                                      <p:cBhvr>
                                        <p:cTn id="8" dur="500" fill="hold"/>
                                        <p:tgtEl>
                                          <p:spTgt spid="28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9"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3"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94" name="Title 3"/>
          <p:cNvSpPr txBox="1"/>
          <p:nvPr>
            <p:ph type="title"/>
          </p:nvPr>
        </p:nvSpPr>
        <p:spPr>
          <a:xfrm>
            <a:off x="675956" y="370588"/>
            <a:ext cx="2981644" cy="830999"/>
          </a:xfrm>
          <a:prstGeom prst="rect">
            <a:avLst/>
          </a:prstGeom>
        </p:spPr>
        <p:txBody>
          <a:bodyPr/>
          <a:lstStyle/>
          <a:p>
            <a:pPr/>
            <a:r>
              <a:t>RESULTS </a:t>
            </a:r>
          </a:p>
        </p:txBody>
      </p:sp>
      <p:pic>
        <p:nvPicPr>
          <p:cNvPr id="295" name="Screenshot 2026-09-10 at 9.35.39 PM.png" descr="Screenshot 2026-09-10 at 9.35.39 PM.png"/>
          <p:cNvPicPr>
            <a:picLocks noChangeAspect="1"/>
          </p:cNvPicPr>
          <p:nvPr/>
        </p:nvPicPr>
        <p:blipFill>
          <a:blip r:embed="rId3">
            <a:extLst/>
          </a:blip>
          <a:stretch>
            <a:fillRect/>
          </a:stretch>
        </p:blipFill>
        <p:spPr>
          <a:xfrm>
            <a:off x="1290450" y="1075013"/>
            <a:ext cx="6682921" cy="5491109"/>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94"/>
                                        </p:tgtEl>
                                        <p:attrNameLst>
                                          <p:attrName>style.visibility</p:attrName>
                                        </p:attrNameLst>
                                      </p:cBhvr>
                                      <p:to>
                                        <p:strVal val="visible"/>
                                      </p:to>
                                    </p:set>
                                    <p:anim calcmode="lin" valueType="num">
                                      <p:cBhvr>
                                        <p:cTn id="7" dur="500" fill="hold"/>
                                        <p:tgtEl>
                                          <p:spTgt spid="294"/>
                                        </p:tgtEl>
                                        <p:attrNameLst>
                                          <p:attrName>ppt_w</p:attrName>
                                        </p:attrNameLst>
                                      </p:cBhvr>
                                      <p:tavLst>
                                        <p:tav tm="0">
                                          <p:val>
                                            <p:fltVal val="0"/>
                                          </p:val>
                                        </p:tav>
                                        <p:tav tm="100000">
                                          <p:val>
                                            <p:strVal val="#ppt_w"/>
                                          </p:val>
                                        </p:tav>
                                      </p:tavLst>
                                    </p:anim>
                                    <p:anim calcmode="lin" valueType="num">
                                      <p:cBhvr>
                                        <p:cTn id="8" dur="500" fill="hold"/>
                                        <p:tgtEl>
                                          <p:spTgt spid="2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4"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8"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99" name="Title 3"/>
          <p:cNvSpPr txBox="1"/>
          <p:nvPr>
            <p:ph type="title"/>
          </p:nvPr>
        </p:nvSpPr>
        <p:spPr>
          <a:xfrm>
            <a:off x="675956" y="370588"/>
            <a:ext cx="2981644" cy="830999"/>
          </a:xfrm>
          <a:prstGeom prst="rect">
            <a:avLst/>
          </a:prstGeom>
        </p:spPr>
        <p:txBody>
          <a:bodyPr/>
          <a:lstStyle/>
          <a:p>
            <a:pPr/>
            <a:r>
              <a:t>RESULTS </a:t>
            </a:r>
          </a:p>
        </p:txBody>
      </p:sp>
      <p:pic>
        <p:nvPicPr>
          <p:cNvPr id="300" name="Screenshot 2026-09-10 at 9.31.51 PM.png" descr="Screenshot 2026-09-10 at 9.31.51 PM.png"/>
          <p:cNvPicPr>
            <a:picLocks noChangeAspect="1"/>
          </p:cNvPicPr>
          <p:nvPr/>
        </p:nvPicPr>
        <p:blipFill>
          <a:blip r:embed="rId3">
            <a:extLst/>
          </a:blip>
          <a:stretch>
            <a:fillRect/>
          </a:stretch>
        </p:blipFill>
        <p:spPr>
          <a:xfrm>
            <a:off x="319663" y="1375683"/>
            <a:ext cx="6145031" cy="4922140"/>
          </a:xfrm>
          <a:prstGeom prst="rect">
            <a:avLst/>
          </a:prstGeom>
          <a:ln w="12700">
            <a:miter lim="400000"/>
          </a:ln>
        </p:spPr>
      </p:pic>
      <p:pic>
        <p:nvPicPr>
          <p:cNvPr id="301" name="Screenshot 2026-09-10 at 9.33.14 PM.png" descr="Screenshot 2026-09-10 at 9.33.14 PM.png"/>
          <p:cNvPicPr>
            <a:picLocks noChangeAspect="1"/>
          </p:cNvPicPr>
          <p:nvPr/>
        </p:nvPicPr>
        <p:blipFill>
          <a:blip r:embed="rId4">
            <a:extLst/>
          </a:blip>
          <a:stretch>
            <a:fillRect/>
          </a:stretch>
        </p:blipFill>
        <p:spPr>
          <a:xfrm>
            <a:off x="6723461" y="1199880"/>
            <a:ext cx="5013772" cy="527374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99"/>
                                        </p:tgtEl>
                                        <p:attrNameLst>
                                          <p:attrName>style.visibility</p:attrName>
                                        </p:attrNameLst>
                                      </p:cBhvr>
                                      <p:to>
                                        <p:strVal val="visible"/>
                                      </p:to>
                                    </p:set>
                                    <p:anim calcmode="lin" valueType="num">
                                      <p:cBhvr>
                                        <p:cTn id="7" dur="500" fill="hold"/>
                                        <p:tgtEl>
                                          <p:spTgt spid="299"/>
                                        </p:tgtEl>
                                        <p:attrNameLst>
                                          <p:attrName>ppt_w</p:attrName>
                                        </p:attrNameLst>
                                      </p:cBhvr>
                                      <p:tavLst>
                                        <p:tav tm="0">
                                          <p:val>
                                            <p:fltVal val="0"/>
                                          </p:val>
                                        </p:tav>
                                        <p:tav tm="100000">
                                          <p:val>
                                            <p:strVal val="#ppt_w"/>
                                          </p:val>
                                        </p:tav>
                                      </p:tavLst>
                                    </p:anim>
                                    <p:anim calcmode="lin" valueType="num">
                                      <p:cBhvr>
                                        <p:cTn id="8" dur="500" fill="hold"/>
                                        <p:tgtEl>
                                          <p:spTgt spid="29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9"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4"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05" name="Title 3"/>
          <p:cNvSpPr txBox="1"/>
          <p:nvPr>
            <p:ph type="title"/>
          </p:nvPr>
        </p:nvSpPr>
        <p:spPr>
          <a:xfrm>
            <a:off x="511359" y="370588"/>
            <a:ext cx="10093037" cy="6116823"/>
          </a:xfrm>
          <a:prstGeom prst="rect">
            <a:avLst/>
          </a:prstGeom>
        </p:spPr>
        <p:txBody>
          <a:bodyPr/>
          <a:lstStyle/>
          <a:p>
            <a:pPr>
              <a:defRPr sz="4000">
                <a:latin typeface="Times New Roman"/>
                <a:ea typeface="Times New Roman"/>
                <a:cs typeface="Times New Roman"/>
                <a:sym typeface="Times New Roman"/>
              </a:defRPr>
            </a:pPr>
            <a:r>
              <a:t>Future scope</a:t>
            </a:r>
          </a:p>
          <a:p>
            <a:pPr>
              <a:defRPr sz="4000">
                <a:latin typeface="Times New Roman"/>
                <a:ea typeface="Times New Roman"/>
                <a:cs typeface="Times New Roman"/>
                <a:sym typeface="Times New Roman"/>
              </a:defRPr>
            </a:pPr>
          </a:p>
          <a:p>
            <a:pPr marL="228600" indent="-228600">
              <a:buSzPct val="80000"/>
              <a:defRPr b="0" sz="1900">
                <a:latin typeface="Times New Roman"/>
                <a:ea typeface="Times New Roman"/>
                <a:cs typeface="Times New Roman"/>
                <a:sym typeface="Times New Roman"/>
              </a:defRPr>
            </a:pPr>
            <a:r>
              <a:t>    The project can be further enhanced in the following ways:</a:t>
            </a:r>
          </a:p>
          <a:p>
            <a:pPr>
              <a:defRPr b="0" sz="1900">
                <a:latin typeface="Times New Roman"/>
                <a:ea typeface="Times New Roman"/>
                <a:cs typeface="Times New Roman"/>
                <a:sym typeface="Times New Roman"/>
              </a:defRPr>
            </a:pPr>
          </a:p>
          <a:p>
            <a:pPr marL="540752" indent="-401052">
              <a:lnSpc>
                <a:spcPct val="150000"/>
              </a:lnSpc>
              <a:buSzPct val="100000"/>
              <a:buFont typeface="Times Roman"/>
              <a:defRPr b="0" sz="2400">
                <a:latin typeface="Times New Roman"/>
                <a:ea typeface="Times New Roman"/>
                <a:cs typeface="Times New Roman"/>
                <a:sym typeface="Times New Roman"/>
              </a:defRPr>
            </a:pPr>
            <a:r>
              <a:t>Integrate real-time weather and climate data</a:t>
            </a:r>
          </a:p>
          <a:p>
            <a:pPr marL="540752" indent="-401052">
              <a:lnSpc>
                <a:spcPct val="150000"/>
              </a:lnSpc>
              <a:buSzPct val="100000"/>
              <a:buFont typeface="Times Roman"/>
              <a:defRPr b="0" sz="2400">
                <a:latin typeface="Times New Roman"/>
                <a:ea typeface="Times New Roman"/>
                <a:cs typeface="Times New Roman"/>
                <a:sym typeface="Times New Roman"/>
              </a:defRPr>
            </a:pPr>
            <a:r>
              <a:t>Include more agricultural categories and crop types</a:t>
            </a:r>
          </a:p>
          <a:p>
            <a:pPr marL="540752" indent="-401052">
              <a:lnSpc>
                <a:spcPct val="150000"/>
              </a:lnSpc>
              <a:buSzPct val="100000"/>
              <a:buFont typeface="Times Roman"/>
              <a:defRPr b="0" sz="2400">
                <a:latin typeface="Times New Roman"/>
                <a:ea typeface="Times New Roman"/>
                <a:cs typeface="Times New Roman"/>
                <a:sym typeface="Times New Roman"/>
              </a:defRPr>
            </a:pPr>
            <a:r>
              <a:t>Improve resource planning using historical seasonal data</a:t>
            </a:r>
          </a:p>
          <a:p>
            <a:pPr marL="540752" indent="-401052">
              <a:lnSpc>
                <a:spcPct val="150000"/>
              </a:lnSpc>
              <a:buSzPct val="100000"/>
              <a:buFont typeface="Times Roman"/>
              <a:defRPr b="0" sz="2400">
                <a:latin typeface="Times New Roman"/>
                <a:ea typeface="Times New Roman"/>
                <a:cs typeface="Times New Roman"/>
                <a:sym typeface="Times New Roman"/>
              </a:defRPr>
            </a:pPr>
            <a:r>
              <a:t>Develop predictive models for future agricultural performance</a:t>
            </a:r>
          </a:p>
          <a:p>
            <a:pPr marL="540752" indent="-401052">
              <a:lnSpc>
                <a:spcPct val="150000"/>
              </a:lnSpc>
              <a:buSzPct val="100000"/>
              <a:buFont typeface="Times Roman"/>
              <a:defRPr b="0" sz="2400">
                <a:latin typeface="Times New Roman"/>
                <a:ea typeface="Times New Roman"/>
                <a:cs typeface="Times New Roman"/>
                <a:sym typeface="Times New Roman"/>
              </a:defRPr>
            </a:pPr>
            <a:r>
              <a:t>Real-Time Agricultural Dashboard</a:t>
            </a:r>
          </a:p>
          <a:p>
            <a:pPr marL="540752" indent="-401052">
              <a:lnSpc>
                <a:spcPct val="150000"/>
              </a:lnSpc>
              <a:buSzPct val="100000"/>
              <a:buFont typeface="Times Roman"/>
              <a:defRPr b="0" sz="2400">
                <a:latin typeface="Times New Roman"/>
                <a:ea typeface="Times New Roman"/>
                <a:cs typeface="Times New Roman"/>
                <a:sym typeface="Times New Roman"/>
              </a:defRPr>
            </a:pPr>
            <a:r>
              <a:t>Mobile Application integration </a:t>
            </a:r>
          </a:p>
          <a:p>
            <a:pPr marL="540752" indent="-401052">
              <a:lnSpc>
                <a:spcPct val="150000"/>
              </a:lnSpc>
              <a:buSzPct val="100000"/>
              <a:buFont typeface="Times Roman"/>
              <a:defRPr b="0" sz="2400">
                <a:latin typeface="Times New Roman"/>
                <a:ea typeface="Times New Roman"/>
                <a:cs typeface="Times New Roman"/>
                <a:sym typeface="Times New Roman"/>
              </a:defRPr>
            </a:pPr>
            <a:r>
              <a:t>Smart Resource Management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05"/>
                                        </p:tgtEl>
                                        <p:attrNameLst>
                                          <p:attrName>style.visibility</p:attrName>
                                        </p:attrNameLst>
                                      </p:cBhvr>
                                      <p:to>
                                        <p:strVal val="visible"/>
                                      </p:to>
                                    </p:set>
                                    <p:anim calcmode="lin" valueType="num">
                                      <p:cBhvr>
                                        <p:cTn id="7" dur="500" fill="hold"/>
                                        <p:tgtEl>
                                          <p:spTgt spid="305"/>
                                        </p:tgtEl>
                                        <p:attrNameLst>
                                          <p:attrName>ppt_w</p:attrName>
                                        </p:attrNameLst>
                                      </p:cBhvr>
                                      <p:tavLst>
                                        <p:tav tm="0">
                                          <p:val>
                                            <p:fltVal val="0"/>
                                          </p:val>
                                        </p:tav>
                                        <p:tav tm="100000">
                                          <p:val>
                                            <p:strVal val="#ppt_w"/>
                                          </p:val>
                                        </p:tav>
                                      </p:tavLst>
                                    </p:anim>
                                    <p:anim calcmode="lin" valueType="num">
                                      <p:cBhvr>
                                        <p:cTn id="8" dur="500" fill="hold"/>
                                        <p:tgtEl>
                                          <p:spTgt spid="30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5"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8"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09" name="Title 3"/>
          <p:cNvSpPr txBox="1"/>
          <p:nvPr>
            <p:ph type="title"/>
          </p:nvPr>
        </p:nvSpPr>
        <p:spPr>
          <a:xfrm>
            <a:off x="675956" y="370588"/>
            <a:ext cx="4735800" cy="830999"/>
          </a:xfrm>
          <a:prstGeom prst="rect">
            <a:avLst/>
          </a:prstGeom>
        </p:spPr>
        <p:txBody>
          <a:bodyPr/>
          <a:lstStyle>
            <a:lvl1pPr>
              <a:defRPr sz="4000"/>
            </a:lvl1pPr>
          </a:lstStyle>
          <a:p>
            <a:pPr/>
            <a:r>
              <a:t>GitHub Link</a:t>
            </a:r>
          </a:p>
        </p:txBody>
      </p:sp>
      <p:sp>
        <p:nvSpPr>
          <p:cNvPr id="310" name="TextBox 2"/>
          <p:cNvSpPr txBox="1"/>
          <p:nvPr/>
        </p:nvSpPr>
        <p:spPr>
          <a:xfrm>
            <a:off x="810247" y="3133326"/>
            <a:ext cx="9144808" cy="358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u="sng">
                <a:uFill>
                  <a:solidFill>
                    <a:srgbClr val="3FCDE7"/>
                  </a:solidFill>
                </a:uFill>
                <a:hlinkClick r:id="rId3" invalidUrl="" action="" tgtFrame="" tooltip="" history="1" highlightClick="0" endSnd="0"/>
              </a:defRPr>
            </a:lvl1pPr>
          </a:lstStyle>
          <a:p>
            <a:pPr>
              <a:defRPr u="none">
                <a:uFillTx/>
              </a:defRPr>
            </a:pPr>
            <a:r>
              <a:rPr u="sng">
                <a:uFill>
                  <a:solidFill>
                    <a:srgbClr val="3FCDE7"/>
                  </a:solidFill>
                </a:uFill>
                <a:hlinkClick r:id="rId3" invalidUrl="" action="" tgtFrame="" tooltip="" history="1" highlightClick="0" endSnd="0"/>
              </a:rPr>
              <a:t>https://github.com/Poojanpatel12/Seasonal-Agriculture-Performance-Analysis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09"/>
                                        </p:tgtEl>
                                        <p:attrNameLst>
                                          <p:attrName>style.visibility</p:attrName>
                                        </p:attrNameLst>
                                      </p:cBhvr>
                                      <p:to>
                                        <p:strVal val="visible"/>
                                      </p:to>
                                    </p:set>
                                    <p:anim calcmode="lin" valueType="num">
                                      <p:cBhvr>
                                        <p:cTn id="7" dur="500" fill="hold"/>
                                        <p:tgtEl>
                                          <p:spTgt spid="309"/>
                                        </p:tgtEl>
                                        <p:attrNameLst>
                                          <p:attrName>ppt_w</p:attrName>
                                        </p:attrNameLst>
                                      </p:cBhvr>
                                      <p:tavLst>
                                        <p:tav tm="0">
                                          <p:val>
                                            <p:fltVal val="0"/>
                                          </p:val>
                                        </p:tav>
                                        <p:tav tm="100000">
                                          <p:val>
                                            <p:strVal val="#ppt_w"/>
                                          </p:val>
                                        </p:tav>
                                      </p:tavLst>
                                    </p:anim>
                                    <p:anim calcmode="lin" valueType="num">
                                      <p:cBhvr>
                                        <p:cTn id="8" dur="500" fill="hold"/>
                                        <p:tgtEl>
                                          <p:spTgt spid="30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9"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3"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14" name="Title 3"/>
          <p:cNvSpPr txBox="1"/>
          <p:nvPr>
            <p:ph type="title"/>
          </p:nvPr>
        </p:nvSpPr>
        <p:spPr>
          <a:xfrm>
            <a:off x="675957" y="370588"/>
            <a:ext cx="8351388" cy="884660"/>
          </a:xfrm>
          <a:prstGeom prst="rect">
            <a:avLst/>
          </a:prstGeom>
        </p:spPr>
        <p:txBody>
          <a:bodyPr/>
          <a:lstStyle/>
          <a:p>
            <a:pPr defTabSz="438911">
              <a:defRPr sz="2688"/>
            </a:pPr>
            <a:r>
              <a:t>VOIS Course completion certificate - </a:t>
            </a:r>
            <a:br/>
            <a:r>
              <a:t>Course name- Data Visualization </a:t>
            </a:r>
          </a:p>
        </p:txBody>
      </p:sp>
      <p:pic>
        <p:nvPicPr>
          <p:cNvPr id="315" name="Certificate (4).pdf" descr="Certificate (4).pdf"/>
          <p:cNvPicPr>
            <a:picLocks noChangeAspect="1"/>
          </p:cNvPicPr>
          <p:nvPr/>
        </p:nvPicPr>
        <p:blipFill>
          <a:blip r:embed="rId3">
            <a:extLst/>
          </a:blip>
          <a:stretch>
            <a:fillRect/>
          </a:stretch>
        </p:blipFill>
        <p:spPr>
          <a:xfrm>
            <a:off x="1855263" y="1265502"/>
            <a:ext cx="7348807" cy="519616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14"/>
                                        </p:tgtEl>
                                        <p:attrNameLst>
                                          <p:attrName>style.visibility</p:attrName>
                                        </p:attrNameLst>
                                      </p:cBhvr>
                                      <p:to>
                                        <p:strVal val="visible"/>
                                      </p:to>
                                    </p:set>
                                    <p:anim calcmode="lin" valueType="num">
                                      <p:cBhvr>
                                        <p:cTn id="7" dur="500" fill="hold"/>
                                        <p:tgtEl>
                                          <p:spTgt spid="314"/>
                                        </p:tgtEl>
                                        <p:attrNameLst>
                                          <p:attrName>ppt_w</p:attrName>
                                        </p:attrNameLst>
                                      </p:cBhvr>
                                      <p:tavLst>
                                        <p:tav tm="0">
                                          <p:val>
                                            <p:fltVal val="0"/>
                                          </p:val>
                                        </p:tav>
                                        <p:tav tm="100000">
                                          <p:val>
                                            <p:strVal val="#ppt_w"/>
                                          </p:val>
                                        </p:tav>
                                      </p:tavLst>
                                    </p:anim>
                                    <p:anim calcmode="lin" valueType="num">
                                      <p:cBhvr>
                                        <p:cTn id="8" dur="500" fill="hold"/>
                                        <p:tgtEl>
                                          <p:spTgt spid="3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4"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8" name="Title 1"/>
          <p:cNvSpPr txBox="1"/>
          <p:nvPr>
            <p:ph type="title"/>
          </p:nvPr>
        </p:nvSpPr>
        <p:spPr>
          <a:xfrm>
            <a:off x="-249906" y="3078943"/>
            <a:ext cx="11340001" cy="700115"/>
          </a:xfrm>
          <a:prstGeom prst="rect">
            <a:avLst/>
          </a:prstGeom>
        </p:spPr>
        <p:txBody>
          <a:bodyPr/>
          <a:lstStyle>
            <a:lvl1pPr defTabSz="443484">
              <a:defRPr sz="4171"/>
            </a:lvl1pPr>
          </a:lstStyle>
          <a:p>
            <a:pPr/>
            <a:r>
              <a:t>Thank you</a:t>
            </a:r>
          </a:p>
        </p:txBody>
      </p:sp>
      <p:sp>
        <p:nvSpPr>
          <p:cNvPr id="319" name="Text Placeholder 30"/>
          <p:cNvSpPr txBox="1"/>
          <p:nvPr>
            <p:ph type="body" sz="quarter" idx="1"/>
          </p:nvPr>
        </p:nvSpPr>
        <p:spPr>
          <a:xfrm>
            <a:off x="3727865" y="4641925"/>
            <a:ext cx="2139696" cy="1108636"/>
          </a:xfrm>
          <a:prstGeom prst="rect">
            <a:avLst/>
          </a:prstGeom>
        </p:spPr>
        <p:txBody>
          <a:bodyPr/>
          <a:lstStyle>
            <a:lvl1pPr>
              <a:defRPr b="0" sz="1600">
                <a:solidFill>
                  <a:srgbClr val="000000"/>
                </a:solidFill>
              </a:defRPr>
            </a:lvl1pPr>
          </a:lstStyle>
          <a:p>
            <a:pPr/>
            <a:r>
              <a:t>.</a:t>
            </a:r>
          </a:p>
        </p:txBody>
      </p:sp>
      <p:sp>
        <p:nvSpPr>
          <p:cNvPr id="320" name="Text Placeholder 30"/>
          <p:cNvSpPr txBox="1"/>
          <p:nvPr/>
        </p:nvSpPr>
        <p:spPr>
          <a:xfrm>
            <a:off x="8637083" y="4641925"/>
            <a:ext cx="2048256" cy="110863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spcBef>
                <a:spcPts val="1000"/>
              </a:spcBef>
              <a:defRPr sz="1600"/>
            </a:lvl1pPr>
          </a:lstStyle>
          <a:p>
            <a:pPr/>
            <a:r>
              <a:t>.</a:t>
            </a:r>
          </a:p>
        </p:txBody>
      </p:sp>
      <p:pic>
        <p:nvPicPr>
          <p:cNvPr id="321" name="Picture 14" descr="Picture 1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18"/>
                                        </p:tgtEl>
                                        <p:attrNameLst>
                                          <p:attrName>style.visibility</p:attrName>
                                        </p:attrNameLst>
                                      </p:cBhvr>
                                      <p:to>
                                        <p:strVal val="visible"/>
                                      </p:to>
                                    </p:set>
                                    <p:anim calcmode="lin" valueType="num">
                                      <p:cBhvr>
                                        <p:cTn id="7" dur="500" fill="hold"/>
                                        <p:tgtEl>
                                          <p:spTgt spid="318"/>
                                        </p:tgtEl>
                                        <p:attrNameLst>
                                          <p:attrName>ppt_w</p:attrName>
                                        </p:attrNameLst>
                                      </p:cBhvr>
                                      <p:tavLst>
                                        <p:tav tm="0">
                                          <p:val>
                                            <p:fltVal val="0"/>
                                          </p:val>
                                        </p:tav>
                                        <p:tav tm="100000">
                                          <p:val>
                                            <p:strVal val="#ppt_w"/>
                                          </p:val>
                                        </p:tav>
                                      </p:tavLst>
                                    </p:anim>
                                    <p:anim calcmode="lin" valueType="num">
                                      <p:cBhvr>
                                        <p:cTn id="8" dur="500" fill="hold"/>
                                        <p:tgtEl>
                                          <p:spTgt spid="31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319">
                                            <p:bg/>
                                          </p:spTgt>
                                        </p:tgtEl>
                                        <p:attrNameLst>
                                          <p:attrName>style.visibility</p:attrName>
                                        </p:attrNameLst>
                                      </p:cBhvr>
                                      <p:to>
                                        <p:strVal val="visible"/>
                                      </p:to>
                                    </p:set>
                                    <p:anim calcmode="lin" valueType="num">
                                      <p:cBhvr>
                                        <p:cTn id="13" dur="500" fill="hold"/>
                                        <p:tgtEl>
                                          <p:spTgt spid="319">
                                            <p:bg/>
                                          </p:spTgt>
                                        </p:tgtEl>
                                        <p:attrNameLst>
                                          <p:attrName>ppt_x</p:attrName>
                                        </p:attrNameLst>
                                      </p:cBhvr>
                                      <p:tavLst>
                                        <p:tav tm="0">
                                          <p:val>
                                            <p:strVal val="#ppt_x"/>
                                          </p:val>
                                        </p:tav>
                                        <p:tav tm="100000">
                                          <p:val>
                                            <p:strVal val="#ppt_x"/>
                                          </p:val>
                                        </p:tav>
                                      </p:tavLst>
                                    </p:anim>
                                    <p:anim calcmode="lin" valueType="num">
                                      <p:cBhvr>
                                        <p:cTn id="14" dur="500" fill="hold"/>
                                        <p:tgtEl>
                                          <p:spTgt spid="319">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319">
                                            <p:txEl>
                                              <p:pRg st="0" end="0"/>
                                            </p:txEl>
                                          </p:spTgt>
                                        </p:tgtEl>
                                        <p:attrNameLst>
                                          <p:attrName>style.visibility</p:attrName>
                                        </p:attrNameLst>
                                      </p:cBhvr>
                                      <p:to>
                                        <p:strVal val="visible"/>
                                      </p:to>
                                    </p:set>
                                    <p:anim calcmode="lin" valueType="num">
                                      <p:cBhvr>
                                        <p:cTn id="17" dur="500" fill="hold"/>
                                        <p:tgtEl>
                                          <p:spTgt spid="319">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3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3" fill="hold">
                                  <p:stCondLst>
                                    <p:cond delay="0"/>
                                  </p:stCondLst>
                                  <p:iterate type="el" backwards="0">
                                    <p:tmAbs val="0"/>
                                  </p:iterate>
                                  <p:childTnLst>
                                    <p:set>
                                      <p:cBhvr>
                                        <p:cTn id="22" fill="hold"/>
                                        <p:tgtEl>
                                          <p:spTgt spid="320"/>
                                        </p:tgtEl>
                                        <p:attrNameLst>
                                          <p:attrName>style.visibility</p:attrName>
                                        </p:attrNameLst>
                                      </p:cBhvr>
                                      <p:to>
                                        <p:strVal val="visible"/>
                                      </p:to>
                                    </p:set>
                                    <p:anim calcmode="lin" valueType="num">
                                      <p:cBhvr>
                                        <p:cTn id="23" dur="500" fill="hold"/>
                                        <p:tgtEl>
                                          <p:spTgt spid="320"/>
                                        </p:tgtEl>
                                        <p:attrNameLst>
                                          <p:attrName>ppt_x</p:attrName>
                                        </p:attrNameLst>
                                      </p:cBhvr>
                                      <p:tavLst>
                                        <p:tav tm="0">
                                          <p:val>
                                            <p:strVal val="#ppt_x"/>
                                          </p:val>
                                        </p:tav>
                                        <p:tav tm="100000">
                                          <p:val>
                                            <p:strVal val="#ppt_x"/>
                                          </p:val>
                                        </p:tav>
                                      </p:tavLst>
                                    </p:anim>
                                    <p:anim calcmode="lin" valueType="num">
                                      <p:cBhvr>
                                        <p:cTn id="24" dur="500" fill="hold"/>
                                        <p:tgtEl>
                                          <p:spTgt spid="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0" grpId="3"/>
      <p:bldP build="whole" bldLvl="1" animBg="1" rev="0" advAuto="0" spid="318" grpId="1"/>
      <p:bldP build="p" bldLvl="1" animBg="1" rev="0" advAuto="0" spid="319" grpId="2"/>
    </p:bld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Helvetica"/>
        <a:ea typeface="Helvetica"/>
        <a:cs typeface="Helvetica"/>
      </a:majorFont>
      <a:minorFont>
        <a:latin typeface="Calibri"/>
        <a:ea typeface="Calibri"/>
        <a:cs typeface="Calibri"/>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Helvetica"/>
        <a:ea typeface="Helvetica"/>
        <a:cs typeface="Helvetica"/>
      </a:majorFont>
      <a:minorFont>
        <a:latin typeface="Calibri"/>
        <a:ea typeface="Calibri"/>
        <a:cs typeface="Calibri"/>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